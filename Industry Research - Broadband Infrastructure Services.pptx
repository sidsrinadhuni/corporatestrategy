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96" r:id="rId4"/>
  </p:sldMasterIdLst>
  <p:notesMasterIdLst>
    <p:notesMasterId r:id="rId7"/>
  </p:notesMasterIdLst>
  <p:handoutMasterIdLst>
    <p:handoutMasterId r:id="rId8"/>
  </p:handoutMasterIdLst>
  <p:sldIdLst>
    <p:sldId id="3072" r:id="rId5"/>
    <p:sldId id="3074" r:id="rId6"/>
  </p:sldIdLst>
  <p:sldSz cx="12192000" cy="6858000"/>
  <p:notesSz cx="7315200" cy="9601200"/>
  <p:custDataLst>
    <p:tags r:id="rId9"/>
  </p:custDataLst>
  <p:defaultTex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1152" userDrawn="1">
          <p15:clr>
            <a:srgbClr val="A4A3A4"/>
          </p15:clr>
        </p15:guide>
        <p15:guide id="2" orient="horz" pos="491" userDrawn="1">
          <p15:clr>
            <a:srgbClr val="A4A3A4"/>
          </p15:clr>
        </p15:guide>
        <p15:guide id="3" orient="horz" pos="144" userDrawn="1">
          <p15:clr>
            <a:srgbClr val="A4A3A4"/>
          </p15:clr>
        </p15:guide>
        <p15:guide id="4" orient="horz" pos="4176" userDrawn="1">
          <p15:clr>
            <a:srgbClr val="A4A3A4"/>
          </p15:clr>
        </p15:guide>
        <p15:guide id="5" orient="horz" pos="768" userDrawn="1">
          <p15:clr>
            <a:srgbClr val="A4A3A4"/>
          </p15:clr>
        </p15:guide>
        <p15:guide id="6" orient="horz" pos="4274" userDrawn="1">
          <p15:clr>
            <a:srgbClr val="A4A3A4"/>
          </p15:clr>
        </p15:guide>
        <p15:guide id="7" orient="horz" pos="3960" userDrawn="1">
          <p15:clr>
            <a:srgbClr val="A4A3A4"/>
          </p15:clr>
        </p15:guide>
        <p15:guide id="8" orient="horz" userDrawn="1">
          <p15:clr>
            <a:srgbClr val="A4A3A4"/>
          </p15:clr>
        </p15:guide>
        <p15:guide id="9" orient="horz" pos="2112" userDrawn="1">
          <p15:clr>
            <a:srgbClr val="A4A3A4"/>
          </p15:clr>
        </p15:guide>
        <p15:guide id="11" orient="horz" pos="1296" userDrawn="1">
          <p15:clr>
            <a:srgbClr val="A4A3A4"/>
          </p15:clr>
        </p15:guide>
        <p15:guide id="12" pos="3872" userDrawn="1">
          <p15:clr>
            <a:srgbClr val="A4A3A4"/>
          </p15:clr>
        </p15:guide>
        <p15:guide id="13" pos="320" userDrawn="1">
          <p15:clr>
            <a:srgbClr val="A4A3A4"/>
          </p15:clr>
        </p15:guide>
        <p15:guide id="14" pos="7339" userDrawn="1">
          <p15:clr>
            <a:srgbClr val="A4A3A4"/>
          </p15:clr>
        </p15:guide>
        <p15:guide id="15" pos="3976" userDrawn="1">
          <p15:clr>
            <a:srgbClr val="A4A3A4"/>
          </p15:clr>
        </p15:guide>
        <p15:guide id="16" pos="3296" userDrawn="1">
          <p15:clr>
            <a:srgbClr val="A4A3A4"/>
          </p15:clr>
        </p15:guide>
        <p15:guide id="17" pos="492" userDrawn="1">
          <p15:clr>
            <a:srgbClr val="A4A3A4"/>
          </p15:clr>
        </p15:guide>
        <p15:guide id="18" pos="7188" userDrawn="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0759A05-1B67-CC4F-1EA9-6C80D457B1FE}" name="Nick Mireles" initials="NM" userId="Nick Mireles" providerId="None"/>
  <p188:author id="{E96DB2B7-A979-775F-51B7-DF4474C02961}" name="Nicholas Mireles" initials="NM" userId="e4ee1868853449e4" providerId="Windows Live"/>
  <p188:author id="{97C9C4CC-20B8-BED4-5AA9-9C07A1B0986F}" name="Eric Shields" initials="ES" userId="Eric Shields"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tammer, Jodi" initials="" lastIdx="79" clrIdx="0"/>
  <p:cmAuthor id="7" name="Eric Shields" initials="ES" lastIdx="1" clrIdx="7">
    <p:extLst>
      <p:ext uri="{19B8F6BF-5375-455C-9EA6-DF929625EA0E}">
        <p15:presenceInfo xmlns:p15="http://schemas.microsoft.com/office/powerpoint/2012/main" userId="Eric Shields" providerId="None"/>
      </p:ext>
    </p:extLst>
  </p:cmAuthor>
  <p:cmAuthor id="1" name="Youngraven, Leah" initials="" lastIdx="20" clrIdx="1"/>
  <p:cmAuthor id="2" name="Brittain, Dorothy" initials="" lastIdx="1" clrIdx="2"/>
  <p:cmAuthor id="3" name="Currie, Myles" initials="" lastIdx="7" clrIdx="3"/>
  <p:cmAuthor id="4" name="Sottile, Laura" initials="LS" lastIdx="4" clrIdx="4"/>
  <p:cmAuthor id="5" name="Brittain, Dorothy" initials="DB" lastIdx="104" clrIdx="5"/>
  <p:cmAuthor id="6" name="Nick Mireles" initials="NM" lastIdx="8" clrIdx="6">
    <p:extLst>
      <p:ext uri="{19B8F6BF-5375-455C-9EA6-DF929625EA0E}">
        <p15:presenceInfo xmlns:p15="http://schemas.microsoft.com/office/powerpoint/2012/main" userId="Nick Mirele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09D"/>
    <a:srgbClr val="D0CECE"/>
    <a:srgbClr val="8FC3CC"/>
    <a:srgbClr val="1F3C61"/>
    <a:srgbClr val="AFD5DB"/>
    <a:srgbClr val="E6E6E6"/>
    <a:srgbClr val="B1C0DD"/>
    <a:srgbClr val="849BCA"/>
    <a:srgbClr val="D4DCEC"/>
    <a:srgbClr val="E9ED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57" autoAdjust="0"/>
    <p:restoredTop sz="93890" autoAdjust="0"/>
  </p:normalViewPr>
  <p:slideViewPr>
    <p:cSldViewPr snapToGrid="0">
      <p:cViewPr varScale="1">
        <p:scale>
          <a:sx n="75" d="100"/>
          <a:sy n="75" d="100"/>
        </p:scale>
        <p:origin x="658" y="53"/>
      </p:cViewPr>
      <p:guideLst>
        <p:guide orient="horz" pos="1152"/>
        <p:guide orient="horz" pos="491"/>
        <p:guide orient="horz" pos="144"/>
        <p:guide orient="horz" pos="4176"/>
        <p:guide orient="horz" pos="768"/>
        <p:guide orient="horz" pos="4274"/>
        <p:guide orient="horz" pos="3960"/>
        <p:guide orient="horz"/>
        <p:guide orient="horz" pos="2112"/>
        <p:guide orient="horz" pos="1296"/>
        <p:guide pos="3872"/>
        <p:guide pos="320"/>
        <p:guide pos="7339"/>
        <p:guide pos="3976"/>
        <p:guide pos="3296"/>
        <p:guide pos="492"/>
        <p:guide pos="7188"/>
      </p:guideLst>
    </p:cSldViewPr>
  </p:slideViewPr>
  <p:notesTextViewPr>
    <p:cViewPr>
      <p:scale>
        <a:sx n="33" d="100"/>
        <a:sy n="33" d="100"/>
      </p:scale>
      <p:origin x="0" y="0"/>
    </p:cViewPr>
  </p:notesTextViewPr>
  <p:sorterViewPr>
    <p:cViewPr>
      <p:scale>
        <a:sx n="100" d="100"/>
        <a:sy n="100" d="100"/>
      </p:scale>
      <p:origin x="0" y="0"/>
    </p:cViewPr>
  </p:sorterViewPr>
  <p:notesViewPr>
    <p:cSldViewPr snapToGrid="0">
      <p:cViewPr varScale="1">
        <p:scale>
          <a:sx n="80" d="100"/>
          <a:sy n="80" d="100"/>
        </p:scale>
        <p:origin x="3804"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4794520547945202E-2"/>
          <c:y val="0.11142857142857143"/>
          <c:w val="0.8904109589041096"/>
          <c:h val="0.77714285714285714"/>
        </c:manualLayout>
      </c:layout>
      <c:barChart>
        <c:barDir val="col"/>
        <c:grouping val="stacked"/>
        <c:varyColors val="0"/>
        <c:ser>
          <c:idx val="0"/>
          <c:order val="0"/>
          <c:spPr>
            <a:solidFill>
              <a:srgbClr val="C30C3E"/>
            </a:solidFill>
            <a:ln>
              <a:noFill/>
            </a:ln>
          </c:spPr>
          <c:invertIfNegative val="0"/>
          <c:dLbls>
            <c:dLbl>
              <c:idx val="0"/>
              <c:layout>
                <c:manualLayout>
                  <c:x val="0"/>
                  <c:y val="-1.9047619047619048E-3"/>
                </c:manualLayout>
              </c:layout>
              <c:numFmt formatCode="#,##0;&quot;-&quot;#,##0" sourceLinked="0"/>
              <c:spPr>
                <a:noFill/>
                <a:ln>
                  <a:noFill/>
                </a:ln>
              </c:spPr>
              <c:txPr>
                <a:bodyPr wrap="none"/>
                <a:lstStyle/>
                <a:p>
                  <a:pPr>
                    <a:defRPr sz="800" b="1"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FE9-4D34-A0B6-674F6A27AF9C}"/>
                </c:ext>
              </c:extLst>
            </c:dLbl>
            <c:dLbl>
              <c:idx val="1"/>
              <c:layout>
                <c:manualLayout>
                  <c:x val="0"/>
                  <c:y val="-1.9047619047619048E-3"/>
                </c:manualLayout>
              </c:layout>
              <c:numFmt formatCode="#,##0;&quot;-&quot;#,##0" sourceLinked="0"/>
              <c:spPr>
                <a:noFill/>
                <a:ln>
                  <a:noFill/>
                </a:ln>
              </c:spPr>
              <c:txPr>
                <a:bodyPr wrap="none"/>
                <a:lstStyle/>
                <a:p>
                  <a:pPr>
                    <a:defRPr sz="800" b="1"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FE9-4D34-A0B6-674F6A27AF9C}"/>
                </c:ext>
              </c:extLst>
            </c:dLbl>
            <c:dLbl>
              <c:idx val="2"/>
              <c:layout>
                <c:manualLayout>
                  <c:x val="0"/>
                  <c:y val="-1.9047619047619048E-3"/>
                </c:manualLayout>
              </c:layout>
              <c:numFmt formatCode="#,##0;&quot;-&quot;#,##0" sourceLinked="0"/>
              <c:spPr>
                <a:noFill/>
                <a:ln>
                  <a:noFill/>
                </a:ln>
              </c:spPr>
              <c:txPr>
                <a:bodyPr wrap="none"/>
                <a:lstStyle/>
                <a:p>
                  <a:pPr>
                    <a:defRPr sz="800" b="1"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BFE9-4D34-A0B6-674F6A27AF9C}"/>
                </c:ext>
              </c:extLst>
            </c:dLbl>
            <c:dLbl>
              <c:idx val="3"/>
              <c:layout>
                <c:manualLayout>
                  <c:x val="0"/>
                  <c:y val="-1.9047619047619048E-3"/>
                </c:manualLayout>
              </c:layout>
              <c:numFmt formatCode="#,##0;&quot;-&quot;#,##0" sourceLinked="0"/>
              <c:spPr>
                <a:noFill/>
                <a:ln>
                  <a:noFill/>
                </a:ln>
              </c:spPr>
              <c:txPr>
                <a:bodyPr wrap="none"/>
                <a:lstStyle/>
                <a:p>
                  <a:pPr>
                    <a:defRPr sz="800" b="1"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FE9-4D34-A0B6-674F6A27AF9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31.12</c:v>
                </c:pt>
                <c:pt idx="1">
                  <c:v>35.72</c:v>
                </c:pt>
                <c:pt idx="2">
                  <c:v>38.4</c:v>
                </c:pt>
                <c:pt idx="3">
                  <c:v>41.66</c:v>
                </c:pt>
              </c:numCache>
            </c:numRef>
          </c:val>
          <c:extLst>
            <c:ext xmlns:c16="http://schemas.microsoft.com/office/drawing/2014/chart" uri="{C3380CC4-5D6E-409C-BE32-E72D297353CC}">
              <c16:uniqueId val="{00000004-BFE9-4D34-A0B6-674F6A27AF9C}"/>
            </c:ext>
          </c:extLst>
        </c:ser>
        <c:ser>
          <c:idx val="1"/>
          <c:order val="1"/>
          <c:spPr>
            <a:solidFill>
              <a:srgbClr val="007770"/>
            </a:solidFill>
            <a:ln>
              <a:noFill/>
            </a:ln>
          </c:spPr>
          <c:invertIfNegative val="0"/>
          <c:dLbls>
            <c:dLbl>
              <c:idx val="0"/>
              <c:layout>
                <c:manualLayout>
                  <c:x val="0"/>
                  <c:y val="-1.9047619047619048E-3"/>
                </c:manualLayout>
              </c:layout>
              <c:numFmt formatCode="#,##0;&quot;-&quot;#,##0" sourceLinked="0"/>
              <c:spPr>
                <a:noFill/>
                <a:ln>
                  <a:noFill/>
                </a:ln>
              </c:spPr>
              <c:txPr>
                <a:bodyPr wrap="none"/>
                <a:lstStyle/>
                <a:p>
                  <a:pPr>
                    <a:defRPr sz="800" b="1"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BFE9-4D34-A0B6-674F6A27AF9C}"/>
                </c:ext>
              </c:extLst>
            </c:dLbl>
            <c:dLbl>
              <c:idx val="1"/>
              <c:layout>
                <c:manualLayout>
                  <c:x val="0"/>
                  <c:y val="-1.9047619047619048E-3"/>
                </c:manualLayout>
              </c:layout>
              <c:numFmt formatCode="#,##0;&quot;-&quot;#,##0" sourceLinked="0"/>
              <c:spPr>
                <a:noFill/>
                <a:ln>
                  <a:noFill/>
                </a:ln>
              </c:spPr>
              <c:txPr>
                <a:bodyPr wrap="none"/>
                <a:lstStyle/>
                <a:p>
                  <a:pPr>
                    <a:defRPr sz="800" b="1"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BFE9-4D34-A0B6-674F6A27AF9C}"/>
                </c:ext>
              </c:extLst>
            </c:dLbl>
            <c:dLbl>
              <c:idx val="2"/>
              <c:layout>
                <c:manualLayout>
                  <c:x val="0"/>
                  <c:y val="-2.8571428571428571E-3"/>
                </c:manualLayout>
              </c:layout>
              <c:numFmt formatCode="#,##0;&quot;-&quot;#,##0" sourceLinked="0"/>
              <c:spPr>
                <a:noFill/>
                <a:ln>
                  <a:noFill/>
                </a:ln>
              </c:spPr>
              <c:txPr>
                <a:bodyPr wrap="none"/>
                <a:lstStyle/>
                <a:p>
                  <a:pPr>
                    <a:defRPr sz="800" b="1"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BFE9-4D34-A0B6-674F6A27AF9C}"/>
                </c:ext>
              </c:extLst>
            </c:dLbl>
            <c:dLbl>
              <c:idx val="3"/>
              <c:layout>
                <c:manualLayout>
                  <c:x val="0"/>
                  <c:y val="-1.9047619047619048E-3"/>
                </c:manualLayout>
              </c:layout>
              <c:numFmt formatCode="#,##0;&quot;-&quot;#,##0" sourceLinked="0"/>
              <c:spPr>
                <a:noFill/>
                <a:ln>
                  <a:noFill/>
                </a:ln>
              </c:spPr>
              <c:txPr>
                <a:bodyPr wrap="none"/>
                <a:lstStyle/>
                <a:p>
                  <a:pPr>
                    <a:defRPr sz="800" b="1"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BFE9-4D34-A0B6-674F6A27AF9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13.91</c:v>
                </c:pt>
                <c:pt idx="1">
                  <c:v>16.21</c:v>
                </c:pt>
                <c:pt idx="2">
                  <c:v>17.25</c:v>
                </c:pt>
                <c:pt idx="3">
                  <c:v>18.920000000000002</c:v>
                </c:pt>
              </c:numCache>
            </c:numRef>
          </c:val>
          <c:extLst>
            <c:ext xmlns:c16="http://schemas.microsoft.com/office/drawing/2014/chart" uri="{C3380CC4-5D6E-409C-BE32-E72D297353CC}">
              <c16:uniqueId val="{00000009-BFE9-4D34-A0B6-674F6A27AF9C}"/>
            </c:ext>
          </c:extLst>
        </c:ser>
        <c:dLbls>
          <c:showLegendKey val="0"/>
          <c:showVal val="0"/>
          <c:showCatName val="0"/>
          <c:showSerName val="0"/>
          <c:showPercent val="0"/>
          <c:showBubbleSize val="0"/>
        </c:dLbls>
        <c:gapWidth val="80"/>
        <c:overlap val="100"/>
        <c:axId val="2085610864"/>
        <c:axId val="1"/>
      </c:barChart>
      <c:catAx>
        <c:axId val="208561086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0.58"/>
          <c:min val="0"/>
        </c:scaling>
        <c:delete val="1"/>
        <c:axPos val="l"/>
        <c:numFmt formatCode="General" sourceLinked="1"/>
        <c:majorTickMark val="out"/>
        <c:minorTickMark val="none"/>
        <c:tickLblPos val="nextTo"/>
        <c:crossAx val="2085610864"/>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171614" cy="478748"/>
          </a:xfrm>
          <a:prstGeom prst="rect">
            <a:avLst/>
          </a:prstGeom>
          <a:noFill/>
          <a:ln w="9525">
            <a:noFill/>
            <a:miter lim="800000"/>
            <a:headEnd/>
            <a:tailEnd/>
          </a:ln>
        </p:spPr>
        <p:txBody>
          <a:bodyPr vert="horz" wrap="square" lIns="66422" tIns="33211" rIns="66422" bIns="33211" numCol="1" anchor="t" anchorCtr="0" compatLnSpc="1">
            <a:prstTxWarp prst="textNoShape">
              <a:avLst/>
            </a:prstTxWarp>
          </a:bodyPr>
          <a:lstStyle>
            <a:lvl1pPr algn="l" defTabSz="664827">
              <a:spcBef>
                <a:spcPct val="0"/>
              </a:spcBef>
              <a:defRPr sz="800" b="0"/>
            </a:lvl1pPr>
          </a:lstStyle>
          <a:p>
            <a:endParaRPr lang="en-GB" dirty="0"/>
          </a:p>
        </p:txBody>
      </p:sp>
      <p:sp>
        <p:nvSpPr>
          <p:cNvPr id="3" name="Date Placeholder 2"/>
          <p:cNvSpPr>
            <a:spLocks noGrp="1"/>
          </p:cNvSpPr>
          <p:nvPr>
            <p:ph type="dt" sz="quarter" idx="1"/>
          </p:nvPr>
        </p:nvSpPr>
        <p:spPr bwMode="auto">
          <a:xfrm>
            <a:off x="4143587" y="0"/>
            <a:ext cx="3169920" cy="478748"/>
          </a:xfrm>
          <a:prstGeom prst="rect">
            <a:avLst/>
          </a:prstGeom>
          <a:noFill/>
          <a:ln w="9525">
            <a:noFill/>
            <a:miter lim="800000"/>
            <a:headEnd/>
            <a:tailEnd/>
          </a:ln>
        </p:spPr>
        <p:txBody>
          <a:bodyPr vert="horz" wrap="square" lIns="66422" tIns="33211" rIns="66422" bIns="33211" numCol="1" anchor="t" anchorCtr="0" compatLnSpc="1">
            <a:prstTxWarp prst="textNoShape">
              <a:avLst/>
            </a:prstTxWarp>
          </a:bodyPr>
          <a:lstStyle>
            <a:lvl1pPr algn="r" defTabSz="664827">
              <a:spcBef>
                <a:spcPct val="0"/>
              </a:spcBef>
              <a:defRPr sz="800" b="0"/>
            </a:lvl1pPr>
          </a:lstStyle>
          <a:p>
            <a:fld id="{55F4F54F-BFE9-4158-8CC4-DD040336CB83}" type="datetimeFigureOut">
              <a:rPr lang="en-US"/>
              <a:pPr/>
              <a:t>1/1/2026</a:t>
            </a:fld>
            <a:endParaRPr lang="en-GB" dirty="0"/>
          </a:p>
        </p:txBody>
      </p:sp>
      <p:sp>
        <p:nvSpPr>
          <p:cNvPr id="4" name="Footer Placeholder 3"/>
          <p:cNvSpPr>
            <a:spLocks noGrp="1"/>
          </p:cNvSpPr>
          <p:nvPr>
            <p:ph type="ftr" sz="quarter" idx="2"/>
          </p:nvPr>
        </p:nvSpPr>
        <p:spPr bwMode="auto">
          <a:xfrm>
            <a:off x="0" y="9120813"/>
            <a:ext cx="3171614" cy="478748"/>
          </a:xfrm>
          <a:prstGeom prst="rect">
            <a:avLst/>
          </a:prstGeom>
          <a:noFill/>
          <a:ln w="9525">
            <a:noFill/>
            <a:miter lim="800000"/>
            <a:headEnd/>
            <a:tailEnd/>
          </a:ln>
        </p:spPr>
        <p:txBody>
          <a:bodyPr vert="horz" wrap="square" lIns="66422" tIns="33211" rIns="66422" bIns="33211" numCol="1" anchor="b" anchorCtr="0" compatLnSpc="1">
            <a:prstTxWarp prst="textNoShape">
              <a:avLst/>
            </a:prstTxWarp>
          </a:bodyPr>
          <a:lstStyle>
            <a:lvl1pPr algn="l" defTabSz="664827">
              <a:spcBef>
                <a:spcPct val="0"/>
              </a:spcBef>
              <a:defRPr sz="800" b="0"/>
            </a:lvl1pPr>
          </a:lstStyle>
          <a:p>
            <a:endParaRPr lang="en-GB" dirty="0"/>
          </a:p>
        </p:txBody>
      </p:sp>
      <p:sp>
        <p:nvSpPr>
          <p:cNvPr id="5" name="Slide Number Placeholder 4"/>
          <p:cNvSpPr>
            <a:spLocks noGrp="1"/>
          </p:cNvSpPr>
          <p:nvPr>
            <p:ph type="sldNum" sz="quarter" idx="3"/>
          </p:nvPr>
        </p:nvSpPr>
        <p:spPr bwMode="auto">
          <a:xfrm>
            <a:off x="4143587" y="9120813"/>
            <a:ext cx="3169920" cy="478748"/>
          </a:xfrm>
          <a:prstGeom prst="rect">
            <a:avLst/>
          </a:prstGeom>
          <a:noFill/>
          <a:ln w="9525">
            <a:noFill/>
            <a:miter lim="800000"/>
            <a:headEnd/>
            <a:tailEnd/>
          </a:ln>
        </p:spPr>
        <p:txBody>
          <a:bodyPr vert="horz" wrap="square" lIns="66422" tIns="33211" rIns="66422" bIns="33211" numCol="1" anchor="b" anchorCtr="0" compatLnSpc="1">
            <a:prstTxWarp prst="textNoShape">
              <a:avLst/>
            </a:prstTxWarp>
          </a:bodyPr>
          <a:lstStyle>
            <a:lvl1pPr algn="r" defTabSz="664827">
              <a:spcBef>
                <a:spcPct val="0"/>
              </a:spcBef>
              <a:defRPr sz="800" b="0"/>
            </a:lvl1pPr>
          </a:lstStyle>
          <a:p>
            <a:fld id="{4A1FC2AB-82DE-43D4-878D-2B0CA2799EF2}" type="slidenum">
              <a:rPr lang="en-GB"/>
              <a:pPr/>
              <a:t>‹#›</a:t>
            </a:fld>
            <a:endParaRPr lang="en-GB" dirty="0"/>
          </a:p>
        </p:txBody>
      </p:sp>
    </p:spTree>
    <p:extLst>
      <p:ext uri="{BB962C8B-B14F-4D97-AF65-F5344CB8AC3E}">
        <p14:creationId xmlns:p14="http://schemas.microsoft.com/office/powerpoint/2010/main" val="22382367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171614" cy="478748"/>
          </a:xfrm>
          <a:prstGeom prst="rect">
            <a:avLst/>
          </a:prstGeom>
          <a:noFill/>
          <a:ln w="9525">
            <a:noFill/>
            <a:miter lim="800000"/>
            <a:headEnd/>
            <a:tailEnd/>
          </a:ln>
        </p:spPr>
        <p:txBody>
          <a:bodyPr vert="horz" wrap="square" lIns="101266" tIns="50634" rIns="101266" bIns="50634" numCol="1" anchor="t" anchorCtr="0" compatLnSpc="1">
            <a:prstTxWarp prst="textNoShape">
              <a:avLst/>
            </a:prstTxWarp>
          </a:bodyPr>
          <a:lstStyle>
            <a:lvl1pPr algn="l" defTabSz="664827">
              <a:spcBef>
                <a:spcPct val="0"/>
              </a:spcBef>
              <a:defRPr sz="1300" b="0"/>
            </a:lvl1pPr>
          </a:lstStyle>
          <a:p>
            <a:endParaRPr lang="en-GB" dirty="0"/>
          </a:p>
        </p:txBody>
      </p:sp>
      <p:sp>
        <p:nvSpPr>
          <p:cNvPr id="3" name="Date Placeholder 2"/>
          <p:cNvSpPr>
            <a:spLocks noGrp="1"/>
          </p:cNvSpPr>
          <p:nvPr>
            <p:ph type="dt" idx="1"/>
          </p:nvPr>
        </p:nvSpPr>
        <p:spPr bwMode="auto">
          <a:xfrm>
            <a:off x="4143587" y="0"/>
            <a:ext cx="3169920" cy="478748"/>
          </a:xfrm>
          <a:prstGeom prst="rect">
            <a:avLst/>
          </a:prstGeom>
          <a:noFill/>
          <a:ln w="9525">
            <a:noFill/>
            <a:miter lim="800000"/>
            <a:headEnd/>
            <a:tailEnd/>
          </a:ln>
        </p:spPr>
        <p:txBody>
          <a:bodyPr vert="horz" wrap="square" lIns="101266" tIns="50634" rIns="101266" bIns="50634" numCol="1" anchor="t" anchorCtr="0" compatLnSpc="1">
            <a:prstTxWarp prst="textNoShape">
              <a:avLst/>
            </a:prstTxWarp>
          </a:bodyPr>
          <a:lstStyle>
            <a:lvl1pPr algn="r" defTabSz="664827">
              <a:spcBef>
                <a:spcPct val="0"/>
              </a:spcBef>
              <a:defRPr sz="1300" b="0"/>
            </a:lvl1pPr>
          </a:lstStyle>
          <a:p>
            <a:fld id="{48C56040-B352-4CF8-B5D5-F47EA68AB32D}" type="datetimeFigureOut">
              <a:rPr lang="en-US"/>
              <a:pPr/>
              <a:t>1/1/2026</a:t>
            </a:fld>
            <a:endParaRPr lang="en-GB" dirty="0"/>
          </a:p>
        </p:txBody>
      </p:sp>
      <p:sp>
        <p:nvSpPr>
          <p:cNvPr id="4" name="Slide Image Placeholder 3"/>
          <p:cNvSpPr>
            <a:spLocks noGrp="1" noRot="1" noChangeAspect="1"/>
          </p:cNvSpPr>
          <p:nvPr>
            <p:ph type="sldImg" idx="2"/>
          </p:nvPr>
        </p:nvSpPr>
        <p:spPr>
          <a:xfrm>
            <a:off x="457200" y="720725"/>
            <a:ext cx="6402388" cy="3600450"/>
          </a:xfrm>
          <a:prstGeom prst="rect">
            <a:avLst/>
          </a:prstGeom>
          <a:noFill/>
          <a:ln w="12700">
            <a:solidFill>
              <a:prstClr val="black"/>
            </a:solidFill>
          </a:ln>
        </p:spPr>
        <p:txBody>
          <a:bodyPr vert="horz" lIns="145937" tIns="72970" rIns="145937" bIns="72970" rtlCol="0" anchor="ctr"/>
          <a:lstStyle/>
          <a:p>
            <a:pPr lvl="0"/>
            <a:endParaRPr lang="en-GB" noProof="0" dirty="0"/>
          </a:p>
        </p:txBody>
      </p:sp>
      <p:sp>
        <p:nvSpPr>
          <p:cNvPr id="5" name="Notes Placeholder 4"/>
          <p:cNvSpPr>
            <a:spLocks noGrp="1"/>
          </p:cNvSpPr>
          <p:nvPr>
            <p:ph type="body" sz="quarter" idx="3"/>
          </p:nvPr>
        </p:nvSpPr>
        <p:spPr bwMode="gray">
          <a:xfrm>
            <a:off x="729829" y="4561228"/>
            <a:ext cx="5855547" cy="94765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bwMode="auto">
          <a:xfrm>
            <a:off x="0" y="9120813"/>
            <a:ext cx="3171614" cy="478748"/>
          </a:xfrm>
          <a:prstGeom prst="rect">
            <a:avLst/>
          </a:prstGeom>
          <a:noFill/>
          <a:ln w="9525">
            <a:noFill/>
            <a:miter lim="800000"/>
            <a:headEnd/>
            <a:tailEnd/>
          </a:ln>
        </p:spPr>
        <p:txBody>
          <a:bodyPr vert="horz" wrap="square" lIns="101266" tIns="50634" rIns="101266" bIns="50634" numCol="1" anchor="b" anchorCtr="0" compatLnSpc="1">
            <a:prstTxWarp prst="textNoShape">
              <a:avLst/>
            </a:prstTxWarp>
          </a:bodyPr>
          <a:lstStyle>
            <a:lvl1pPr algn="l" defTabSz="664827">
              <a:spcBef>
                <a:spcPct val="0"/>
              </a:spcBef>
              <a:defRPr sz="1300" b="0"/>
            </a:lvl1pPr>
          </a:lstStyle>
          <a:p>
            <a:endParaRPr lang="en-GB" dirty="0"/>
          </a:p>
        </p:txBody>
      </p:sp>
      <p:sp>
        <p:nvSpPr>
          <p:cNvPr id="7" name="Slide Number Placeholder 6"/>
          <p:cNvSpPr>
            <a:spLocks noGrp="1"/>
          </p:cNvSpPr>
          <p:nvPr>
            <p:ph type="sldNum" sz="quarter" idx="5"/>
          </p:nvPr>
        </p:nvSpPr>
        <p:spPr bwMode="auto">
          <a:xfrm>
            <a:off x="4143587" y="9120813"/>
            <a:ext cx="3169920" cy="478748"/>
          </a:xfrm>
          <a:prstGeom prst="rect">
            <a:avLst/>
          </a:prstGeom>
          <a:noFill/>
          <a:ln w="9525">
            <a:noFill/>
            <a:miter lim="800000"/>
            <a:headEnd/>
            <a:tailEnd/>
          </a:ln>
        </p:spPr>
        <p:txBody>
          <a:bodyPr vert="horz" wrap="square" lIns="101266" tIns="50634" rIns="101266" bIns="50634" numCol="1" anchor="b" anchorCtr="0" compatLnSpc="1">
            <a:prstTxWarp prst="textNoShape">
              <a:avLst/>
            </a:prstTxWarp>
          </a:bodyPr>
          <a:lstStyle>
            <a:lvl1pPr algn="r" defTabSz="664827">
              <a:spcBef>
                <a:spcPct val="0"/>
              </a:spcBef>
              <a:defRPr sz="1300" b="0"/>
            </a:lvl1pPr>
          </a:lstStyle>
          <a:p>
            <a:fld id="{F6715F80-3722-40A8-A13B-913CAEEA0A98}" type="slidenum">
              <a:rPr lang="en-GB"/>
              <a:pPr/>
              <a:t>‹#›</a:t>
            </a:fld>
            <a:endParaRPr lang="en-GB" dirty="0"/>
          </a:p>
        </p:txBody>
      </p:sp>
    </p:spTree>
    <p:extLst>
      <p:ext uri="{BB962C8B-B14F-4D97-AF65-F5344CB8AC3E}">
        <p14:creationId xmlns:p14="http://schemas.microsoft.com/office/powerpoint/2010/main" val="43407749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100000"/>
      </a:spcBef>
      <a:spcAft>
        <a:spcPct val="0"/>
      </a:spcAft>
      <a:buFont typeface="Arial" pitchFamily="34" charset="0"/>
      <a:defRPr sz="1100" kern="1200">
        <a:solidFill>
          <a:schemeClr val="tx1"/>
        </a:solidFill>
        <a:latin typeface="Arial" pitchFamily="34" charset="0"/>
        <a:ea typeface="+mn-ea"/>
        <a:cs typeface="+mn-cs"/>
      </a:defRPr>
    </a:lvl1pPr>
    <a:lvl2pPr marL="114300" indent="-112713" algn="l" rtl="0" eaLnBrk="0" fontAlgn="base" hangingPunct="0">
      <a:spcBef>
        <a:spcPct val="20000"/>
      </a:spcBef>
      <a:spcAft>
        <a:spcPct val="0"/>
      </a:spcAft>
      <a:buChar char="•"/>
      <a:defRPr sz="1100" kern="1200">
        <a:solidFill>
          <a:schemeClr val="tx1"/>
        </a:solidFill>
        <a:latin typeface="Arial" pitchFamily="34" charset="0"/>
        <a:ea typeface="+mn-ea"/>
        <a:cs typeface="+mn-cs"/>
      </a:defRPr>
    </a:lvl2pPr>
    <a:lvl3pPr marL="227013"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3pPr>
    <a:lvl4pPr marL="341313" indent="-112713" algn="l" rtl="0" eaLnBrk="0" fontAlgn="base" hangingPunct="0">
      <a:spcBef>
        <a:spcPct val="20000"/>
      </a:spcBef>
      <a:spcAft>
        <a:spcPct val="0"/>
      </a:spcAft>
      <a:buChar char="•"/>
      <a:defRPr sz="1000" kern="1200">
        <a:solidFill>
          <a:schemeClr val="tx1"/>
        </a:solidFill>
        <a:latin typeface="Arial" pitchFamily="34" charset="0"/>
        <a:ea typeface="+mn-ea"/>
        <a:cs typeface="+mn-cs"/>
      </a:defRPr>
    </a:lvl4pPr>
    <a:lvl5pPr marL="454025"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715F80-3722-40A8-A13B-913CAEEA0A98}" type="slidenum">
              <a:rPr lang="en-GB" smtClean="0"/>
              <a:pPr/>
              <a:t>0</a:t>
            </a:fld>
            <a:endParaRPr lang="en-GB" dirty="0"/>
          </a:p>
        </p:txBody>
      </p:sp>
    </p:spTree>
    <p:extLst>
      <p:ext uri="{BB962C8B-B14F-4D97-AF65-F5344CB8AC3E}">
        <p14:creationId xmlns:p14="http://schemas.microsoft.com/office/powerpoint/2010/main" val="3993332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715F80-3722-40A8-A13B-913CAEEA0A98}" type="slidenum">
              <a:rPr lang="en-GB" smtClean="0"/>
              <a:pPr/>
              <a:t>1</a:t>
            </a:fld>
            <a:endParaRPr lang="en-GB" dirty="0"/>
          </a:p>
        </p:txBody>
      </p:sp>
    </p:spTree>
    <p:extLst>
      <p:ext uri="{BB962C8B-B14F-4D97-AF65-F5344CB8AC3E}">
        <p14:creationId xmlns:p14="http://schemas.microsoft.com/office/powerpoint/2010/main" val="572754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1524006" y="2918949"/>
            <a:ext cx="5484284" cy="466474"/>
          </a:xfrm>
          <a:prstGeom prst="rect">
            <a:avLst/>
          </a:prstGeom>
        </p:spPr>
        <p:txBody>
          <a:bodyPr anchor="b" anchorCtr="0">
            <a:spAutoFit/>
          </a:bodyPr>
          <a:lstStyle>
            <a:lvl1pPr>
              <a:lnSpc>
                <a:spcPct val="85000"/>
              </a:lnSpc>
              <a:defRPr sz="2800" b="0" smtClean="0">
                <a:latin typeface="Aptos" panose="020B0004020202020204" pitchFamily="34" charset="0"/>
              </a:defRPr>
            </a:lvl1pPr>
          </a:lstStyle>
          <a:p>
            <a:r>
              <a:rPr lang="en-US" dirty="0"/>
              <a:t>Click to edit Master title style</a:t>
            </a:r>
          </a:p>
        </p:txBody>
      </p:sp>
      <p:sp>
        <p:nvSpPr>
          <p:cNvPr id="120836" name="Text Placeholder 2"/>
          <p:cNvSpPr>
            <a:spLocks noGrp="1"/>
          </p:cNvSpPr>
          <p:nvPr>
            <p:ph type="subTitle" idx="1"/>
          </p:nvPr>
        </p:nvSpPr>
        <p:spPr bwMode="gray">
          <a:xfrm>
            <a:off x="1524006" y="3689350"/>
            <a:ext cx="5484284" cy="369332"/>
          </a:xfrm>
          <a:prstGeom prst="rect">
            <a:avLst/>
          </a:prstGeom>
        </p:spPr>
        <p:txBody>
          <a:bodyPr>
            <a:spAutoFit/>
          </a:bodyPr>
          <a:lstStyle>
            <a:lvl1pPr>
              <a:lnSpc>
                <a:spcPct val="100000"/>
              </a:lnSpc>
              <a:defRPr sz="1800" b="1" smtClean="0">
                <a:latin typeface="Aptos" panose="020B0004020202020204" pitchFamily="34" charset="0"/>
              </a:defRPr>
            </a:lvl1pPr>
          </a:lstStyle>
          <a:p>
            <a:r>
              <a:rPr lang="en-US" dirty="0"/>
              <a:t>Click to edit Master subtitle style</a:t>
            </a:r>
            <a:endParaRPr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vider">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606B202A-DAC2-CE97-0180-5C1C011AE68B}"/>
              </a:ext>
            </a:extLst>
          </p:cNvPr>
          <p:cNvSpPr/>
          <p:nvPr userDrawn="1">
            <p:custDataLst>
              <p:tags r:id="rId1"/>
            </p:custDataLst>
          </p:nvPr>
        </p:nvSpPr>
        <p:spPr>
          <a:xfrm>
            <a:off x="0" y="0"/>
            <a:ext cx="16933" cy="12700"/>
          </a:xfrm>
          <a:prstGeom prst="octagon">
            <a:avLst/>
          </a:prstGeom>
          <a:noFill/>
          <a:ln w="1270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120835" name="Title Placeholder 1"/>
          <p:cNvSpPr>
            <a:spLocks noGrp="1"/>
          </p:cNvSpPr>
          <p:nvPr>
            <p:ph type="ctrTitle"/>
          </p:nvPr>
        </p:nvSpPr>
        <p:spPr bwMode="gray">
          <a:xfrm>
            <a:off x="548640" y="2773366"/>
            <a:ext cx="5766816" cy="458587"/>
          </a:xfrm>
          <a:prstGeom prst="rect">
            <a:avLst/>
          </a:prstGeom>
        </p:spPr>
        <p:txBody>
          <a:bodyPr>
            <a:spAutoFit/>
          </a:bodyPr>
          <a:lstStyle>
            <a:lvl1pPr>
              <a:lnSpc>
                <a:spcPct val="85000"/>
              </a:lnSpc>
              <a:defRPr sz="2800" b="1" smtClean="0">
                <a:latin typeface="+mj-lt"/>
              </a:defRPr>
            </a:lvl1pPr>
          </a:lstStyle>
          <a:p>
            <a:r>
              <a:rPr lang="en-US"/>
              <a:t>Click to edit Master title style</a:t>
            </a:r>
          </a:p>
        </p:txBody>
      </p:sp>
      <p:sp>
        <p:nvSpPr>
          <p:cNvPr id="120836" name="Text Placeholder 2"/>
          <p:cNvSpPr>
            <a:spLocks noGrp="1"/>
          </p:cNvSpPr>
          <p:nvPr>
            <p:ph type="subTitle" idx="1"/>
          </p:nvPr>
        </p:nvSpPr>
        <p:spPr bwMode="gray">
          <a:xfrm>
            <a:off x="548640" y="3694177"/>
            <a:ext cx="5766816" cy="400110"/>
          </a:xfrm>
          <a:prstGeom prst="rect">
            <a:avLst/>
          </a:prstGeom>
        </p:spPr>
        <p:txBody>
          <a:bodyPr>
            <a:spAutoFit/>
          </a:bodyPr>
          <a:lstStyle>
            <a:lvl1pPr>
              <a:lnSpc>
                <a:spcPct val="100000"/>
              </a:lnSpc>
              <a:defRPr sz="2000" b="0" smtClean="0">
                <a:latin typeface="Arial" pitchFamily="34" charset="0"/>
              </a:defRPr>
            </a:lvl1pPr>
          </a:lstStyle>
          <a:p>
            <a:r>
              <a:rPr lang="en-US"/>
              <a:t>Click to edit Master subtitle style</a:t>
            </a:r>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548646" y="1399032"/>
            <a:ext cx="5332207"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25" rtl="0" eaLnBrk="1" fontAlgn="base" latinLnBrk="0" hangingPunct="1">
              <a:lnSpc>
                <a:spcPct val="100000"/>
              </a:lnSpc>
              <a:spcAft>
                <a:spcPct val="0"/>
              </a:spcAft>
              <a:buFont typeface="Arial" pitchFamily="34" charset="0"/>
              <a:tabLst>
                <a:tab pos="3889480" algn="r"/>
              </a:tabLst>
              <a:defRPr kumimoji="0" lang="en-US" sz="1800" b="0" i="0" u="none" strike="noStrike" kern="1200" cap="none" normalizeH="0" baseline="0" dirty="0" smtClean="0">
                <a:ln>
                  <a:noFill/>
                </a:ln>
                <a:solidFill>
                  <a:schemeClr val="tx2"/>
                </a:solidFill>
                <a:effectLst/>
                <a:latin typeface="Arial Nova" panose="020B0504020202020204" pitchFamily="34" charset="0"/>
                <a:ea typeface="+mn-ea"/>
                <a:cs typeface="Arial" pitchFamily="34" charset="0"/>
              </a:defRPr>
            </a:lvl1pPr>
            <a:lvl2pPr marR="0" algn="l" defTabSz="914425" rtl="0" eaLnBrk="1" fontAlgn="base" latinLnBrk="0" hangingPunct="1">
              <a:lnSpc>
                <a:spcPct val="100000"/>
              </a:lnSpc>
              <a:spcAft>
                <a:spcPct val="0"/>
              </a:spcAft>
              <a:buFont typeface="Arial" pitchFamily="34" charset="0"/>
              <a:tabLst>
                <a:tab pos="3889480" algn="r"/>
              </a:tabLst>
              <a:defRPr kumimoji="0" lang="en-US" sz="1800" b="0" i="0" u="none" strike="noStrike" kern="1200" cap="none" normalizeH="0" baseline="0" dirty="0" smtClean="0">
                <a:ln>
                  <a:noFill/>
                </a:ln>
                <a:solidFill>
                  <a:schemeClr val="tx2"/>
                </a:solidFill>
                <a:effectLst/>
                <a:latin typeface="Arial Nova" panose="020B0504020202020204" pitchFamily="34" charset="0"/>
                <a:ea typeface="+mn-ea"/>
                <a:cs typeface="Arial" pitchFamily="34" charset="0"/>
              </a:defRPr>
            </a:lvl2pPr>
            <a:lvl3pPr marR="0" algn="l" defTabSz="914425" rtl="0" eaLnBrk="1" fontAlgn="base" latinLnBrk="0" hangingPunct="1">
              <a:lnSpc>
                <a:spcPct val="100000"/>
              </a:lnSpc>
              <a:spcAft>
                <a:spcPct val="0"/>
              </a:spcAft>
              <a:buFont typeface="Arial" pitchFamily="34" charset="0"/>
              <a:tabLst>
                <a:tab pos="3883131" algn="r"/>
              </a:tabLst>
              <a:defRPr kumimoji="0" lang="en-US" sz="1600" b="0" i="0" u="none" strike="noStrike" kern="1200" cap="none" normalizeH="0" baseline="0" dirty="0" smtClean="0">
                <a:ln>
                  <a:noFill/>
                </a:ln>
                <a:solidFill>
                  <a:schemeClr val="tx2"/>
                </a:solidFill>
                <a:effectLst/>
                <a:latin typeface="Arial Nova" panose="020B0504020202020204" pitchFamily="34" charset="0"/>
                <a:ea typeface="+mn-ea"/>
                <a:cs typeface="Arial" pitchFamily="34" charset="0"/>
              </a:defRPr>
            </a:lvl3pPr>
            <a:lvl4pPr marR="0" algn="l" defTabSz="914425" rtl="0" eaLnBrk="1" fontAlgn="base" latinLnBrk="0" hangingPunct="1">
              <a:lnSpc>
                <a:spcPct val="100000"/>
              </a:lnSpc>
              <a:spcAft>
                <a:spcPct val="0"/>
              </a:spcAft>
              <a:buFont typeface="Arial" pitchFamily="34" charset="0"/>
              <a:tabLst>
                <a:tab pos="3889480" algn="r"/>
              </a:tabLst>
              <a:defRPr kumimoji="0" lang="en-US" sz="1600" b="0" i="0" u="none" strike="noStrike" kern="1200" cap="none" normalizeH="0" baseline="0" dirty="0" smtClean="0">
                <a:ln>
                  <a:noFill/>
                </a:ln>
                <a:solidFill>
                  <a:schemeClr val="tx2"/>
                </a:solidFill>
                <a:effectLst/>
                <a:latin typeface="Arial Nova" panose="020B0504020202020204" pitchFamily="34" charset="0"/>
                <a:ea typeface="+mn-ea"/>
                <a:cs typeface="Arial" pitchFamily="34" charset="0"/>
              </a:defRPr>
            </a:lvl4pPr>
            <a:lvl5pPr marR="0" algn="l" defTabSz="914425" rtl="0" eaLnBrk="1" fontAlgn="base" latinLnBrk="0" hangingPunct="1">
              <a:lnSpc>
                <a:spcPct val="100000"/>
              </a:lnSpc>
              <a:spcAft>
                <a:spcPct val="0"/>
              </a:spcAft>
              <a:buFont typeface="Arial" pitchFamily="34" charset="0"/>
              <a:tabLst>
                <a:tab pos="3889480" algn="r"/>
              </a:tabLst>
              <a:defRPr kumimoji="0" lang="en-US" sz="1600" b="0" i="0" u="none" strike="noStrike" kern="1200" cap="none" normalizeH="0" baseline="0" dirty="0">
                <a:ln>
                  <a:noFill/>
                </a:ln>
                <a:solidFill>
                  <a:schemeClr val="tx2"/>
                </a:solidFill>
                <a:effectLst/>
                <a:latin typeface="Arial Nova" panose="020B0504020202020204" pitchFamily="34" charset="0"/>
                <a:ea typeface="+mn-ea"/>
                <a:cs typeface="Arial" pitchFamily="34" charset="0"/>
              </a:defRPr>
            </a:lvl5pPr>
            <a:lvl6pPr>
              <a:tabLst>
                <a:tab pos="3889480"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EBA3B7A7-F49E-4AC3-A522-E063A6F9A027}"/>
              </a:ext>
            </a:extLst>
          </p:cNvPr>
          <p:cNvSpPr>
            <a:spLocks noGrp="1"/>
          </p:cNvSpPr>
          <p:nvPr>
            <p:ph type="sldNum" sz="quarter" idx="4"/>
          </p:nvPr>
        </p:nvSpPr>
        <p:spPr>
          <a:xfrm>
            <a:off x="8737600" y="6536809"/>
            <a:ext cx="2844800" cy="184666"/>
          </a:xfrm>
          <a:prstGeom prst="rect">
            <a:avLst/>
          </a:prstGeom>
        </p:spPr>
        <p:txBody>
          <a:bodyPr/>
          <a:lstStyle>
            <a:lvl1pPr>
              <a:defRPr lang="en-US" sz="901" b="0" kern="1200" noProof="0" smtClean="0">
                <a:solidFill>
                  <a:srgbClr val="000000"/>
                </a:solidFill>
                <a:latin typeface="Bierstadt" panose="020B0004020202020204" pitchFamily="34" charset="0"/>
                <a:ea typeface="+mn-ea"/>
                <a:cs typeface="+mn-cs"/>
              </a:defRPr>
            </a:lvl1pPr>
          </a:lstStyle>
          <a:p>
            <a:pPr>
              <a:defRPr/>
            </a:pPr>
            <a:fld id="{995B7867-EB00-4675-821B-66D3FE8CD564}" type="slidenum">
              <a:rPr lang="en-US" smtClean="0"/>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 Column">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40FE6BD6-111F-4A27-A9EB-89692AEC493B}"/>
              </a:ext>
            </a:extLst>
          </p:cNvPr>
          <p:cNvSpPr/>
          <p:nvPr userDrawn="1">
            <p:custDataLst>
              <p:tags r:id="rId1"/>
            </p:custDataLst>
          </p:nvPr>
        </p:nvSpPr>
        <p:spPr>
          <a:xfrm>
            <a:off x="0" y="1"/>
            <a:ext cx="16933" cy="12700"/>
          </a:xfrm>
          <a:prstGeom prst="octagon">
            <a:avLst/>
          </a:prstGeom>
          <a:noFill/>
          <a:ln w="1270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10" name="Content Placeholder 20"/>
          <p:cNvSpPr>
            <a:spLocks noGrp="1"/>
          </p:cNvSpPr>
          <p:nvPr>
            <p:ph sz="quarter" idx="12"/>
          </p:nvPr>
        </p:nvSpPr>
        <p:spPr bwMode="gray">
          <a:xfrm>
            <a:off x="548639" y="1399033"/>
            <a:ext cx="11106912" cy="4887468"/>
          </a:xfrm>
          <a:prstGeom prst="rect">
            <a:avLst/>
          </a:prstGeom>
        </p:spPr>
        <p:txBody>
          <a:bodyPr vert="horz" lIns="0" tIns="0" rIns="0" bIns="0" rtlCol="0">
            <a:noAutofit/>
          </a:bodyPr>
          <a:lstStyle>
            <a:lvl1pPr marL="0" marR="0" indent="0" algn="l" defTabSz="914425" rtl="0" eaLnBrk="1" fontAlgn="base" latinLnBrk="0" hangingPunct="1">
              <a:lnSpc>
                <a:spcPct val="100000"/>
              </a:lnSpc>
              <a:spcBef>
                <a:spcPts val="2200"/>
              </a:spcBef>
              <a:spcAft>
                <a:spcPct val="0"/>
              </a:spcAft>
              <a:buClrTx/>
              <a:buSzTx/>
              <a:buFont typeface="Arial" pitchFamily="34" charset="0"/>
              <a:buNone/>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8" marR="0" indent="-173043"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5pPr>
            <a:lvl6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p:cNvSpPr>
            <a:spLocks noGrp="1"/>
          </p:cNvSpPr>
          <p:nvPr>
            <p:ph type="body" sz="quarter" idx="13"/>
          </p:nvPr>
        </p:nvSpPr>
        <p:spPr bwMode="gray">
          <a:xfrm>
            <a:off x="552451" y="779466"/>
            <a:ext cx="11106912"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25"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552451" y="447066"/>
            <a:ext cx="11106912" cy="332399"/>
          </a:xfrm>
          <a:prstGeom prst="rect">
            <a:avLst/>
          </a:prstGeom>
        </p:spPr>
        <p:txBody>
          <a:bodyPr lIns="0" tIns="0" rIns="0" bIns="0" anchor="b" anchorCtr="0">
            <a:spAutoFit/>
          </a:bodyPr>
          <a:lstStyle/>
          <a:p>
            <a:pPr marL="0" marR="0" lvl="0" indent="0" algn="l" defTabSz="914425"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7" name="Slide Number Placeholder 5">
            <a:extLst>
              <a:ext uri="{FF2B5EF4-FFF2-40B4-BE49-F238E27FC236}">
                <a16:creationId xmlns:a16="http://schemas.microsoft.com/office/drawing/2014/main" id="{3CADE272-4B79-43A6-A2CA-E3DFEF3FD534}"/>
              </a:ext>
            </a:extLst>
          </p:cNvPr>
          <p:cNvSpPr>
            <a:spLocks noGrp="1"/>
          </p:cNvSpPr>
          <p:nvPr>
            <p:ph type="sldNum" sz="quarter" idx="4"/>
          </p:nvPr>
        </p:nvSpPr>
        <p:spPr>
          <a:xfrm>
            <a:off x="8737600" y="6536809"/>
            <a:ext cx="2844800" cy="184666"/>
          </a:xfrm>
          <a:prstGeom prst="rect">
            <a:avLst/>
          </a:prstGeom>
        </p:spPr>
        <p:txBody>
          <a:bodyPr/>
          <a:lstStyle>
            <a:lvl1pPr>
              <a:defRPr lang="en-US" sz="901" b="0" kern="1200" noProof="0" smtClean="0">
                <a:solidFill>
                  <a:srgbClr val="000000"/>
                </a:solidFill>
                <a:latin typeface="Bierstadt" panose="020B0004020202020204" pitchFamily="34" charset="0"/>
                <a:ea typeface="+mn-ea"/>
                <a:cs typeface="+mn-cs"/>
              </a:defRPr>
            </a:lvl1pPr>
          </a:lstStyle>
          <a:p>
            <a:pPr>
              <a:defRPr/>
            </a:pPr>
            <a:fld id="{995B7867-EB00-4675-821B-66D3FE8CD564}"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548646" y="1399032"/>
            <a:ext cx="5332207"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480"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8"/>
          <p:cNvSpPr>
            <a:spLocks noGrp="1"/>
          </p:cNvSpPr>
          <p:nvPr>
            <p:ph type="body" sz="quarter" idx="13"/>
          </p:nvPr>
        </p:nvSpPr>
        <p:spPr bwMode="gray">
          <a:xfrm>
            <a:off x="552451" y="779466"/>
            <a:ext cx="11106912"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25"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6" name="Title Placeholder 10"/>
          <p:cNvSpPr>
            <a:spLocks noGrp="1"/>
          </p:cNvSpPr>
          <p:nvPr>
            <p:ph type="title"/>
          </p:nvPr>
        </p:nvSpPr>
        <p:spPr bwMode="gray">
          <a:xfrm>
            <a:off x="552451" y="447066"/>
            <a:ext cx="11106912" cy="332399"/>
          </a:xfrm>
          <a:prstGeom prst="rect">
            <a:avLst/>
          </a:prstGeom>
        </p:spPr>
        <p:txBody>
          <a:bodyPr lIns="0" tIns="0" rIns="0" bIns="0" anchor="b" anchorCtr="0">
            <a:spAutoFit/>
          </a:bodyPr>
          <a:lstStyle/>
          <a:p>
            <a:pPr marL="0" marR="0" lvl="0" indent="0" algn="l" defTabSz="914425"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7" name="Content Placeholder 20"/>
          <p:cNvSpPr>
            <a:spLocks noGrp="1"/>
          </p:cNvSpPr>
          <p:nvPr>
            <p:ph sz="quarter" idx="14"/>
          </p:nvPr>
        </p:nvSpPr>
        <p:spPr bwMode="gray">
          <a:xfrm>
            <a:off x="6299204" y="1399032"/>
            <a:ext cx="5332207"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480"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a:extLst>
              <a:ext uri="{FF2B5EF4-FFF2-40B4-BE49-F238E27FC236}">
                <a16:creationId xmlns:a16="http://schemas.microsoft.com/office/drawing/2014/main" id="{70B4A1F9-AB9E-4AB2-ABED-F1043B5D0CF8}"/>
              </a:ext>
            </a:extLst>
          </p:cNvPr>
          <p:cNvSpPr>
            <a:spLocks noGrp="1"/>
          </p:cNvSpPr>
          <p:nvPr>
            <p:ph type="sldNum" sz="quarter" idx="4"/>
          </p:nvPr>
        </p:nvSpPr>
        <p:spPr>
          <a:xfrm>
            <a:off x="8737600" y="6536809"/>
            <a:ext cx="2844800" cy="184666"/>
          </a:xfrm>
          <a:prstGeom prst="rect">
            <a:avLst/>
          </a:prstGeom>
        </p:spPr>
        <p:txBody>
          <a:bodyPr/>
          <a:lstStyle>
            <a:lvl1pPr>
              <a:defRPr lang="en-US" sz="901" b="0" kern="1200" noProof="0" smtClean="0">
                <a:solidFill>
                  <a:srgbClr val="000000"/>
                </a:solidFill>
                <a:latin typeface="Bierstadt" panose="020B0004020202020204" pitchFamily="34" charset="0"/>
                <a:ea typeface="+mn-ea"/>
                <a:cs typeface="+mn-cs"/>
              </a:defRPr>
            </a:lvl1pPr>
          </a:lstStyle>
          <a:p>
            <a:pPr>
              <a:defRPr/>
            </a:pPr>
            <a:fld id="{995B7867-EB00-4675-821B-66D3FE8CD564}"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548637" y="1399033"/>
            <a:ext cx="3523488"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0"/>
          <p:cNvSpPr>
            <a:spLocks noGrp="1"/>
          </p:cNvSpPr>
          <p:nvPr>
            <p:ph sz="quarter" idx="11"/>
          </p:nvPr>
        </p:nvSpPr>
        <p:spPr bwMode="gray">
          <a:xfrm>
            <a:off x="4339759" y="1399033"/>
            <a:ext cx="3523488"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2"/>
          </p:nvPr>
        </p:nvSpPr>
        <p:spPr bwMode="gray">
          <a:xfrm>
            <a:off x="8130879" y="1399033"/>
            <a:ext cx="3523488"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2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25"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8"/>
          <p:cNvSpPr>
            <a:spLocks noGrp="1"/>
          </p:cNvSpPr>
          <p:nvPr>
            <p:ph type="body" sz="quarter" idx="13"/>
          </p:nvPr>
        </p:nvSpPr>
        <p:spPr bwMode="gray">
          <a:xfrm>
            <a:off x="552451" y="779466"/>
            <a:ext cx="11106912"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25"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7" name="Title Placeholder 10"/>
          <p:cNvSpPr>
            <a:spLocks noGrp="1"/>
          </p:cNvSpPr>
          <p:nvPr>
            <p:ph type="title"/>
          </p:nvPr>
        </p:nvSpPr>
        <p:spPr bwMode="gray">
          <a:xfrm>
            <a:off x="552451" y="447066"/>
            <a:ext cx="11106912" cy="332399"/>
          </a:xfrm>
          <a:prstGeom prst="rect">
            <a:avLst/>
          </a:prstGeom>
        </p:spPr>
        <p:txBody>
          <a:bodyPr lIns="0" tIns="0" rIns="0" bIns="0" anchor="b" anchorCtr="0">
            <a:spAutoFit/>
          </a:bodyPr>
          <a:lstStyle>
            <a:lvl1pPr>
              <a:defRPr>
                <a:latin typeface="+mj-lt"/>
              </a:defRPr>
            </a:lvl1pPr>
          </a:lstStyle>
          <a:p>
            <a:pPr marL="0" marR="0" lvl="0" indent="0" algn="l" defTabSz="914425"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10" name="Slide Number Placeholder 5">
            <a:extLst>
              <a:ext uri="{FF2B5EF4-FFF2-40B4-BE49-F238E27FC236}">
                <a16:creationId xmlns:a16="http://schemas.microsoft.com/office/drawing/2014/main" id="{D5E075C4-37B0-4CA4-A01B-2E1164CC2A6E}"/>
              </a:ext>
            </a:extLst>
          </p:cNvPr>
          <p:cNvSpPr>
            <a:spLocks noGrp="1"/>
          </p:cNvSpPr>
          <p:nvPr>
            <p:ph type="sldNum" sz="quarter" idx="4"/>
          </p:nvPr>
        </p:nvSpPr>
        <p:spPr>
          <a:xfrm>
            <a:off x="8737600" y="6536809"/>
            <a:ext cx="2844800" cy="184666"/>
          </a:xfrm>
          <a:prstGeom prst="rect">
            <a:avLst/>
          </a:prstGeom>
        </p:spPr>
        <p:txBody>
          <a:bodyPr/>
          <a:lstStyle>
            <a:lvl1pPr>
              <a:defRPr lang="en-US" sz="901" b="0" kern="1200" noProof="0" smtClean="0">
                <a:solidFill>
                  <a:srgbClr val="000000"/>
                </a:solidFill>
                <a:latin typeface="Bierstadt" panose="020B0004020202020204" pitchFamily="34" charset="0"/>
                <a:ea typeface="+mn-ea"/>
                <a:cs typeface="+mn-cs"/>
              </a:defRPr>
            </a:lvl1pPr>
          </a:lstStyle>
          <a:p>
            <a:pPr>
              <a:defRPr/>
            </a:pPr>
            <a:fld id="{995B7867-EB00-4675-821B-66D3FE8CD564}"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548637" y="1873253"/>
            <a:ext cx="11106912" cy="4280807"/>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bwMode="gray">
          <a:xfrm>
            <a:off x="552451" y="1397001"/>
            <a:ext cx="11106912" cy="369332"/>
          </a:xfrm>
          <a:prstGeom prst="rect">
            <a:avLst/>
          </a:prstGeom>
        </p:spPr>
        <p:txBody>
          <a:bodyPr>
            <a:spAutoFit/>
          </a:bodyPr>
          <a:lstStyle>
            <a:lvl1pPr>
              <a:defRPr sz="1800" b="1">
                <a:latin typeface="+mj-lt"/>
              </a:defRPr>
            </a:lvl1pPr>
          </a:lstStyle>
          <a:p>
            <a:pPr lvl="0"/>
            <a:r>
              <a:rPr lang="en-US"/>
              <a:t>Click to edit Master text styles</a:t>
            </a:r>
          </a:p>
        </p:txBody>
      </p:sp>
      <p:sp>
        <p:nvSpPr>
          <p:cNvPr id="7" name="Text Placeholder 13"/>
          <p:cNvSpPr>
            <a:spLocks noGrp="1"/>
          </p:cNvSpPr>
          <p:nvPr>
            <p:ph type="body" sz="quarter" idx="15"/>
          </p:nvPr>
        </p:nvSpPr>
        <p:spPr bwMode="gray">
          <a:xfrm>
            <a:off x="548640" y="6158819"/>
            <a:ext cx="5327904" cy="123111"/>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3" name="Text Placeholder 18"/>
          <p:cNvSpPr>
            <a:spLocks noGrp="1"/>
          </p:cNvSpPr>
          <p:nvPr>
            <p:ph type="body" sz="quarter" idx="16"/>
          </p:nvPr>
        </p:nvSpPr>
        <p:spPr bwMode="gray">
          <a:xfrm>
            <a:off x="552451" y="779466"/>
            <a:ext cx="11106912"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25"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8" name="Title Placeholder 10"/>
          <p:cNvSpPr>
            <a:spLocks noGrp="1"/>
          </p:cNvSpPr>
          <p:nvPr>
            <p:ph type="title"/>
          </p:nvPr>
        </p:nvSpPr>
        <p:spPr bwMode="gray">
          <a:xfrm>
            <a:off x="552451" y="447066"/>
            <a:ext cx="11106912" cy="332399"/>
          </a:xfrm>
          <a:prstGeom prst="rect">
            <a:avLst/>
          </a:prstGeom>
        </p:spPr>
        <p:txBody>
          <a:bodyPr lIns="0" tIns="0" rIns="0" bIns="0" anchor="b" anchorCtr="0">
            <a:spAutoFit/>
          </a:bodyPr>
          <a:lstStyle>
            <a:lvl1pPr>
              <a:defRPr>
                <a:latin typeface="+mj-lt"/>
              </a:defRPr>
            </a:lvl1pPr>
          </a:lstStyle>
          <a:p>
            <a:pPr marL="0" marR="0" lvl="0" indent="0" algn="l" defTabSz="914425"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10" name="Slide Number Placeholder 5">
            <a:extLst>
              <a:ext uri="{FF2B5EF4-FFF2-40B4-BE49-F238E27FC236}">
                <a16:creationId xmlns:a16="http://schemas.microsoft.com/office/drawing/2014/main" id="{07560479-68B7-48A3-9F63-05D9CC1614D9}"/>
              </a:ext>
            </a:extLst>
          </p:cNvPr>
          <p:cNvSpPr>
            <a:spLocks noGrp="1"/>
          </p:cNvSpPr>
          <p:nvPr>
            <p:ph type="sldNum" sz="quarter" idx="4"/>
          </p:nvPr>
        </p:nvSpPr>
        <p:spPr>
          <a:xfrm>
            <a:off x="8737600" y="6536809"/>
            <a:ext cx="2844800" cy="184666"/>
          </a:xfrm>
          <a:prstGeom prst="rect">
            <a:avLst/>
          </a:prstGeom>
        </p:spPr>
        <p:txBody>
          <a:bodyPr/>
          <a:lstStyle>
            <a:lvl1pPr>
              <a:defRPr lang="en-US" sz="901" b="0" kern="1200" noProof="0" smtClean="0">
                <a:solidFill>
                  <a:srgbClr val="000000"/>
                </a:solidFill>
                <a:latin typeface="Bierstadt" panose="020B0004020202020204" pitchFamily="34" charset="0"/>
                <a:ea typeface="+mn-ea"/>
                <a:cs typeface="+mn-cs"/>
              </a:defRPr>
            </a:lvl1pPr>
          </a:lstStyle>
          <a:p>
            <a:pPr>
              <a:defRPr/>
            </a:pPr>
            <a:fld id="{995B7867-EB00-4675-821B-66D3FE8CD564}"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548646" y="1873248"/>
            <a:ext cx="5332207"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bwMode="gray">
          <a:xfrm>
            <a:off x="552452" y="1397001"/>
            <a:ext cx="5327904" cy="369332"/>
          </a:xfrm>
          <a:prstGeom prst="rect">
            <a:avLst/>
          </a:prstGeom>
        </p:spPr>
        <p:txBody>
          <a:bodyPr>
            <a:spAutoFit/>
          </a:bodyPr>
          <a:lstStyle>
            <a:lvl1pPr>
              <a:defRPr sz="1800" b="1">
                <a:latin typeface="+mj-lt"/>
              </a:defRPr>
            </a:lvl1pPr>
          </a:lstStyle>
          <a:p>
            <a:pPr lvl="0"/>
            <a:r>
              <a:rPr lang="en-US"/>
              <a:t>Click to edit Master text styles</a:t>
            </a:r>
          </a:p>
        </p:txBody>
      </p:sp>
      <p:sp>
        <p:nvSpPr>
          <p:cNvPr id="14" name="Text Placeholder 13"/>
          <p:cNvSpPr>
            <a:spLocks noGrp="1"/>
          </p:cNvSpPr>
          <p:nvPr>
            <p:ph type="body" sz="quarter" idx="15"/>
          </p:nvPr>
        </p:nvSpPr>
        <p:spPr bwMode="gray">
          <a:xfrm>
            <a:off x="548640" y="6158819"/>
            <a:ext cx="5327904" cy="123111"/>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5" name="Text Placeholder 13"/>
          <p:cNvSpPr>
            <a:spLocks noGrp="1"/>
          </p:cNvSpPr>
          <p:nvPr>
            <p:ph type="body" sz="quarter" idx="16"/>
          </p:nvPr>
        </p:nvSpPr>
        <p:spPr bwMode="gray">
          <a:xfrm>
            <a:off x="6317129" y="6158819"/>
            <a:ext cx="5327904" cy="123111"/>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7" name="Text Placeholder 18"/>
          <p:cNvSpPr>
            <a:spLocks noGrp="1"/>
          </p:cNvSpPr>
          <p:nvPr>
            <p:ph type="body" sz="quarter" idx="17"/>
          </p:nvPr>
        </p:nvSpPr>
        <p:spPr bwMode="gray">
          <a:xfrm>
            <a:off x="552451" y="779466"/>
            <a:ext cx="11106912"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25"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10" name="Title Placeholder 10"/>
          <p:cNvSpPr>
            <a:spLocks noGrp="1"/>
          </p:cNvSpPr>
          <p:nvPr>
            <p:ph type="title"/>
          </p:nvPr>
        </p:nvSpPr>
        <p:spPr bwMode="gray">
          <a:xfrm>
            <a:off x="552451" y="447066"/>
            <a:ext cx="11106912" cy="332399"/>
          </a:xfrm>
          <a:prstGeom prst="rect">
            <a:avLst/>
          </a:prstGeom>
        </p:spPr>
        <p:txBody>
          <a:bodyPr lIns="0" tIns="0" rIns="0" bIns="0" anchor="b" anchorCtr="0">
            <a:spAutoFit/>
          </a:bodyPr>
          <a:lstStyle>
            <a:lvl1pPr>
              <a:defRPr>
                <a:latin typeface="+mj-lt"/>
              </a:defRPr>
            </a:lvl1pPr>
          </a:lstStyle>
          <a:p>
            <a:pPr marL="0" marR="0" lvl="0" indent="0" algn="l" defTabSz="914425"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11" name="Content Placeholder 20"/>
          <p:cNvSpPr>
            <a:spLocks noGrp="1"/>
          </p:cNvSpPr>
          <p:nvPr>
            <p:ph sz="quarter" idx="18"/>
          </p:nvPr>
        </p:nvSpPr>
        <p:spPr bwMode="gray">
          <a:xfrm>
            <a:off x="6299204" y="1873248"/>
            <a:ext cx="5332207"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p:cNvSpPr>
            <a:spLocks noGrp="1"/>
          </p:cNvSpPr>
          <p:nvPr>
            <p:ph type="body" sz="quarter" idx="19"/>
          </p:nvPr>
        </p:nvSpPr>
        <p:spPr bwMode="gray">
          <a:xfrm>
            <a:off x="6303013" y="1397001"/>
            <a:ext cx="5327904" cy="369332"/>
          </a:xfrm>
          <a:prstGeom prst="rect">
            <a:avLst/>
          </a:prstGeom>
        </p:spPr>
        <p:txBody>
          <a:bodyPr>
            <a:spAutoFit/>
          </a:bodyPr>
          <a:lstStyle>
            <a:lvl1pPr>
              <a:defRPr sz="1800" b="1">
                <a:latin typeface="+mj-lt"/>
              </a:defRPr>
            </a:lvl1pPr>
          </a:lstStyle>
          <a:p>
            <a:pPr lvl="0"/>
            <a:r>
              <a:rPr lang="en-US"/>
              <a:t>Click to edit Master text styles</a:t>
            </a:r>
          </a:p>
        </p:txBody>
      </p:sp>
      <p:sp>
        <p:nvSpPr>
          <p:cNvPr id="18" name="Slide Number Placeholder 5">
            <a:extLst>
              <a:ext uri="{FF2B5EF4-FFF2-40B4-BE49-F238E27FC236}">
                <a16:creationId xmlns:a16="http://schemas.microsoft.com/office/drawing/2014/main" id="{8786117F-BEE5-4FBC-B255-679AC3CDD913}"/>
              </a:ext>
            </a:extLst>
          </p:cNvPr>
          <p:cNvSpPr>
            <a:spLocks noGrp="1"/>
          </p:cNvSpPr>
          <p:nvPr>
            <p:ph type="sldNum" sz="quarter" idx="4"/>
          </p:nvPr>
        </p:nvSpPr>
        <p:spPr>
          <a:xfrm>
            <a:off x="8737600" y="6536809"/>
            <a:ext cx="2844800" cy="184666"/>
          </a:xfrm>
          <a:prstGeom prst="rect">
            <a:avLst/>
          </a:prstGeom>
        </p:spPr>
        <p:txBody>
          <a:bodyPr/>
          <a:lstStyle>
            <a:lvl1pPr>
              <a:defRPr lang="en-US" sz="901" b="0" kern="1200" noProof="0" smtClean="0">
                <a:solidFill>
                  <a:srgbClr val="000000"/>
                </a:solidFill>
                <a:latin typeface="Bierstadt" panose="020B0004020202020204" pitchFamily="34" charset="0"/>
                <a:ea typeface="+mn-ea"/>
                <a:cs typeface="+mn-cs"/>
              </a:defRPr>
            </a:lvl1pPr>
          </a:lstStyle>
          <a:p>
            <a:pPr>
              <a:defRPr/>
            </a:pPr>
            <a:fld id="{995B7867-EB00-4675-821B-66D3FE8CD564}"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86E978BA-B6A5-CFAD-338D-D8E10B81BD15}"/>
              </a:ext>
            </a:extLst>
          </p:cNvPr>
          <p:cNvSpPr/>
          <p:nvPr userDrawn="1">
            <p:custDataLst>
              <p:tags r:id="rId1"/>
            </p:custDataLst>
          </p:nvPr>
        </p:nvSpPr>
        <p:spPr>
          <a:xfrm>
            <a:off x="0" y="0"/>
            <a:ext cx="12700" cy="12700"/>
          </a:xfrm>
          <a:prstGeom prst="octagon">
            <a:avLst/>
          </a:prstGeom>
          <a:noFill/>
          <a:ln w="1270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6" name="Slide Number Placeholder 5">
            <a:extLst>
              <a:ext uri="{FF2B5EF4-FFF2-40B4-BE49-F238E27FC236}">
                <a16:creationId xmlns:a16="http://schemas.microsoft.com/office/drawing/2014/main" id="{6BA8699A-04C7-44EB-94A9-A3795FD9FDBA}"/>
              </a:ext>
            </a:extLst>
          </p:cNvPr>
          <p:cNvSpPr>
            <a:spLocks noGrp="1"/>
          </p:cNvSpPr>
          <p:nvPr>
            <p:ph type="sldNum" sz="quarter" idx="4"/>
          </p:nvPr>
        </p:nvSpPr>
        <p:spPr>
          <a:xfrm>
            <a:off x="8737600" y="6536809"/>
            <a:ext cx="2844800" cy="184666"/>
          </a:xfrm>
          <a:prstGeom prst="rect">
            <a:avLst/>
          </a:prstGeom>
        </p:spPr>
        <p:txBody>
          <a:bodyPr/>
          <a:lstStyle>
            <a:lvl1pPr>
              <a:defRPr lang="en-US" sz="901" b="0" kern="1200" noProof="0" smtClean="0">
                <a:solidFill>
                  <a:srgbClr val="000000"/>
                </a:solidFill>
                <a:latin typeface="Bierstadt" panose="020B0004020202020204" pitchFamily="34" charset="0"/>
                <a:ea typeface="+mn-ea"/>
                <a:cs typeface="+mn-cs"/>
              </a:defRPr>
            </a:lvl1pPr>
          </a:lstStyle>
          <a:p>
            <a:pPr>
              <a:defRPr/>
            </a:pPr>
            <a:fld id="{995B7867-EB00-4675-821B-66D3FE8CD564}"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sp>
        <p:nvSpPr>
          <p:cNvPr id="3" name="Text Placeholder 5"/>
          <p:cNvSpPr>
            <a:spLocks noGrp="1"/>
          </p:cNvSpPr>
          <p:nvPr>
            <p:ph type="body" sz="quarter" idx="10"/>
          </p:nvPr>
        </p:nvSpPr>
        <p:spPr bwMode="gray">
          <a:xfrm>
            <a:off x="536448" y="5458970"/>
            <a:ext cx="6583680" cy="1152144"/>
          </a:xfrm>
          <a:prstGeom prst="rect">
            <a:avLst/>
          </a:prstGeom>
        </p:spPr>
        <p:txBody>
          <a:bodyPr anchor="b" anchorCtr="0">
            <a:noAutofit/>
          </a:bodyPr>
          <a:lstStyle>
            <a:lvl1pPr>
              <a:lnSpc>
                <a:spcPts val="800"/>
              </a:lnSpc>
              <a:spcBef>
                <a:spcPts val="400"/>
              </a:spcBef>
              <a:spcAft>
                <a:spcPts val="400"/>
              </a:spcAft>
              <a:defRPr sz="701"/>
            </a:lvl1pPr>
          </a:lstStyle>
          <a:p>
            <a:pPr lvl="0"/>
            <a:r>
              <a:rPr lang="en-US"/>
              <a:t>Click to edit Master text styles</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CB05A314-71D6-739B-54A4-691ED11CA801}"/>
              </a:ext>
            </a:extLst>
          </p:cNvPr>
          <p:cNvGraphicFramePr>
            <a:graphicFrameLocks noChangeAspect="1"/>
          </p:cNvGraphicFramePr>
          <p:nvPr userDrawn="1">
            <p:custDataLst>
              <p:tags r:id="rId12"/>
            </p:custDataLst>
            <p:extLst>
              <p:ext uri="{D42A27DB-BD31-4B8C-83A1-F6EECF244321}">
                <p14:modId xmlns:p14="http://schemas.microsoft.com/office/powerpoint/2010/main" val="11625267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3" imgH="396" progId="TCLayout.ActiveDocument.1">
                  <p:embed/>
                </p:oleObj>
              </mc:Choice>
              <mc:Fallback>
                <p:oleObj name="think-cell Slide" r:id="rId13" imgW="393" imgH="396" progId="TCLayout.ActiveDocument.1">
                  <p:embed/>
                  <p:pic>
                    <p:nvPicPr>
                      <p:cNvPr id="0" name=""/>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CCF731EA-5A7D-4EDB-B3A7-4B0D78668583}"/>
              </a:ext>
            </a:extLst>
          </p:cNvPr>
          <p:cNvSpPr/>
          <p:nvPr userDrawn="1"/>
        </p:nvSpPr>
        <p:spPr>
          <a:xfrm>
            <a:off x="-1524000" y="3486117"/>
            <a:ext cx="1219200" cy="457200"/>
          </a:xfrm>
          <a:prstGeom prst="rect">
            <a:avLst/>
          </a:prstGeom>
          <a:solidFill>
            <a:srgbClr val="D3D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GB" sz="901" noProof="0" dirty="0">
                <a:solidFill>
                  <a:schemeClr val="tx1"/>
                </a:solidFill>
                <a:latin typeface="Arial" panose="020B0604020202020204" pitchFamily="34" charset="0"/>
                <a:cs typeface="Arial" panose="020B0604020202020204" pitchFamily="34" charset="0"/>
              </a:rPr>
              <a:t>211 – 212 – 215</a:t>
            </a:r>
          </a:p>
        </p:txBody>
      </p:sp>
      <p:sp>
        <p:nvSpPr>
          <p:cNvPr id="6" name="Rectangle 5">
            <a:extLst>
              <a:ext uri="{FF2B5EF4-FFF2-40B4-BE49-F238E27FC236}">
                <a16:creationId xmlns:a16="http://schemas.microsoft.com/office/drawing/2014/main" id="{90473D0A-9088-4974-8680-7AD64E1C2F32}"/>
              </a:ext>
            </a:extLst>
          </p:cNvPr>
          <p:cNvSpPr/>
          <p:nvPr userDrawn="1"/>
        </p:nvSpPr>
        <p:spPr>
          <a:xfrm>
            <a:off x="-1524000" y="2533551"/>
            <a:ext cx="1219200" cy="457200"/>
          </a:xfrm>
          <a:prstGeom prst="rect">
            <a:avLst/>
          </a:prstGeom>
          <a:solidFill>
            <a:srgbClr val="86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1" noProof="0" dirty="0">
                <a:latin typeface="Arial" panose="020B0604020202020204" pitchFamily="34" charset="0"/>
                <a:cs typeface="Arial" panose="020B0604020202020204" pitchFamily="34" charset="0"/>
              </a:rPr>
              <a:t>134 – 139 – 149</a:t>
            </a:r>
            <a:r>
              <a:rPr lang="en-GB" sz="901" baseline="0" noProof="0" dirty="0">
                <a:latin typeface="Arial" panose="020B0604020202020204" pitchFamily="34" charset="0"/>
                <a:cs typeface="Arial" panose="020B0604020202020204" pitchFamily="34" charset="0"/>
              </a:rPr>
              <a:t> </a:t>
            </a:r>
            <a:endParaRPr lang="en-GB" sz="901" noProof="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0192B2E2-2E11-4AF5-A9BF-DAEB6B3B8297}"/>
              </a:ext>
            </a:extLst>
          </p:cNvPr>
          <p:cNvSpPr/>
          <p:nvPr userDrawn="1"/>
        </p:nvSpPr>
        <p:spPr>
          <a:xfrm>
            <a:off x="-1524000" y="3009834"/>
            <a:ext cx="1219200" cy="457200"/>
          </a:xfrm>
          <a:prstGeom prst="rect">
            <a:avLst/>
          </a:prstGeom>
          <a:solidFill>
            <a:srgbClr val="8FC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1" noProof="0" dirty="0">
                <a:latin typeface="Arial" panose="020B0604020202020204" pitchFamily="34" charset="0"/>
                <a:cs typeface="Arial" panose="020B0604020202020204" pitchFamily="34" charset="0"/>
              </a:rPr>
              <a:t>143 – 195</a:t>
            </a:r>
            <a:r>
              <a:rPr lang="en-GB" sz="901" baseline="0" noProof="0" dirty="0">
                <a:latin typeface="Arial" panose="020B0604020202020204" pitchFamily="34" charset="0"/>
                <a:cs typeface="Arial" panose="020B0604020202020204" pitchFamily="34" charset="0"/>
              </a:rPr>
              <a:t> – 204</a:t>
            </a:r>
            <a:endParaRPr lang="en-GB" sz="901" noProof="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43B9628D-63CC-40BA-98BA-6A4D1FF240C7}"/>
              </a:ext>
            </a:extLst>
          </p:cNvPr>
          <p:cNvSpPr/>
          <p:nvPr userDrawn="1"/>
        </p:nvSpPr>
        <p:spPr>
          <a:xfrm>
            <a:off x="-1524000" y="3962400"/>
            <a:ext cx="1219200" cy="457200"/>
          </a:xfrm>
          <a:prstGeom prst="rect">
            <a:avLst/>
          </a:prstGeom>
          <a:solidFill>
            <a:srgbClr val="C9DB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1" noProof="0" dirty="0">
                <a:latin typeface="Arial" panose="020B0604020202020204" pitchFamily="34" charset="0"/>
                <a:cs typeface="Arial" panose="020B0604020202020204" pitchFamily="34" charset="0"/>
              </a:rPr>
              <a:t>201 – 219 – 241</a:t>
            </a:r>
          </a:p>
        </p:txBody>
      </p:sp>
      <p:sp>
        <p:nvSpPr>
          <p:cNvPr id="15" name="Slide Number Placeholder 5">
            <a:extLst>
              <a:ext uri="{FF2B5EF4-FFF2-40B4-BE49-F238E27FC236}">
                <a16:creationId xmlns:a16="http://schemas.microsoft.com/office/drawing/2014/main" id="{707931E2-733E-415D-8EC6-D93D9EB57E60}"/>
              </a:ext>
            </a:extLst>
          </p:cNvPr>
          <p:cNvSpPr>
            <a:spLocks noGrp="1"/>
          </p:cNvSpPr>
          <p:nvPr>
            <p:ph type="sldNum" sz="quarter" idx="4"/>
          </p:nvPr>
        </p:nvSpPr>
        <p:spPr>
          <a:xfrm>
            <a:off x="9176512" y="6527666"/>
            <a:ext cx="2844800" cy="184666"/>
          </a:xfrm>
          <a:prstGeom prst="rect">
            <a:avLst/>
          </a:prstGeom>
        </p:spPr>
        <p:txBody>
          <a:bodyPr/>
          <a:lstStyle>
            <a:lvl1pPr algn="r">
              <a:defRPr lang="en-US" sz="901" b="0" kern="1200" noProof="0" smtClean="0">
                <a:solidFill>
                  <a:srgbClr val="000000"/>
                </a:solidFill>
                <a:latin typeface="Bierstadt" panose="020B0004020202020204" pitchFamily="34" charset="0"/>
                <a:ea typeface="+mn-ea"/>
                <a:cs typeface="+mn-cs"/>
              </a:defRPr>
            </a:lvl1pPr>
          </a:lstStyle>
          <a:p>
            <a:pPr>
              <a:defRPr/>
            </a:pPr>
            <a:fld id="{995B7867-EB00-4675-821B-66D3FE8CD564}" type="slidenum">
              <a:rPr lang="en-US" smtClean="0"/>
              <a:pPr>
                <a:defRPr/>
              </a:pPr>
              <a:t>‹#›</a:t>
            </a:fld>
            <a:endParaRPr lang="en-US" dirty="0"/>
          </a:p>
        </p:txBody>
      </p:sp>
      <p:sp>
        <p:nvSpPr>
          <p:cNvPr id="21" name="Rectangle 20">
            <a:extLst>
              <a:ext uri="{FF2B5EF4-FFF2-40B4-BE49-F238E27FC236}">
                <a16:creationId xmlns:a16="http://schemas.microsoft.com/office/drawing/2014/main" id="{34FCA6DF-01F3-454C-9DE9-67FDA3F164C9}"/>
              </a:ext>
            </a:extLst>
          </p:cNvPr>
          <p:cNvSpPr/>
          <p:nvPr userDrawn="1"/>
        </p:nvSpPr>
        <p:spPr>
          <a:xfrm>
            <a:off x="-1524000" y="2057268"/>
            <a:ext cx="1219200" cy="457200"/>
          </a:xfrm>
          <a:prstGeom prst="rect">
            <a:avLst/>
          </a:prstGeom>
          <a:solidFill>
            <a:srgbClr val="1F3C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0" algn="ctr">
              <a:buFont typeface="Wingdings" panose="05000000000000000000" pitchFamily="2" charset="2"/>
              <a:buNone/>
            </a:pPr>
            <a:r>
              <a:rPr lang="en-GB" sz="901" noProof="0" dirty="0">
                <a:solidFill>
                  <a:schemeClr val="bg1"/>
                </a:solidFill>
                <a:latin typeface="Arial" panose="020B0604020202020204" pitchFamily="34" charset="0"/>
                <a:cs typeface="Arial" panose="020B0604020202020204" pitchFamily="34" charset="0"/>
              </a:rPr>
              <a:t>31</a:t>
            </a:r>
            <a:r>
              <a:rPr lang="en-GB" sz="901" noProof="0" dirty="0">
                <a:latin typeface="Arial" panose="020B0604020202020204" pitchFamily="34" charset="0"/>
                <a:cs typeface="Arial" panose="020B0604020202020204" pitchFamily="34" charset="0"/>
              </a:rPr>
              <a:t> – </a:t>
            </a:r>
            <a:r>
              <a:rPr lang="en-GB" sz="901" noProof="0" dirty="0">
                <a:solidFill>
                  <a:schemeClr val="bg1"/>
                </a:solidFill>
                <a:latin typeface="Arial" panose="020B0604020202020204" pitchFamily="34" charset="0"/>
                <a:cs typeface="Arial" panose="020B0604020202020204" pitchFamily="34" charset="0"/>
              </a:rPr>
              <a:t>60</a:t>
            </a:r>
            <a:r>
              <a:rPr lang="en-GB" sz="901" noProof="0" dirty="0">
                <a:latin typeface="Arial" panose="020B0604020202020204" pitchFamily="34" charset="0"/>
                <a:cs typeface="Arial" panose="020B0604020202020204" pitchFamily="34" charset="0"/>
              </a:rPr>
              <a:t> – </a:t>
            </a:r>
            <a:r>
              <a:rPr lang="en-GB" sz="901" noProof="0" dirty="0">
                <a:solidFill>
                  <a:schemeClr val="bg1"/>
                </a:solidFill>
                <a:latin typeface="Arial" panose="020B0604020202020204" pitchFamily="34" charset="0"/>
                <a:cs typeface="Arial" panose="020B0604020202020204" pitchFamily="34" charset="0"/>
              </a:rPr>
              <a:t>97</a:t>
            </a:r>
          </a:p>
        </p:txBody>
      </p:sp>
      <p:sp>
        <p:nvSpPr>
          <p:cNvPr id="16" name="Parallelogram 15">
            <a:extLst>
              <a:ext uri="{FF2B5EF4-FFF2-40B4-BE49-F238E27FC236}">
                <a16:creationId xmlns:a16="http://schemas.microsoft.com/office/drawing/2014/main" id="{5FEC4537-D230-436F-91E5-A212B45432C4}"/>
              </a:ext>
            </a:extLst>
          </p:cNvPr>
          <p:cNvSpPr/>
          <p:nvPr userDrawn="1"/>
        </p:nvSpPr>
        <p:spPr>
          <a:xfrm>
            <a:off x="820785" y="0"/>
            <a:ext cx="958788" cy="832104"/>
          </a:xfrm>
          <a:prstGeom prst="parallelogram">
            <a:avLst>
              <a:gd name="adj" fmla="val 50926"/>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22" name="Rectangle 21">
            <a:extLst>
              <a:ext uri="{FF2B5EF4-FFF2-40B4-BE49-F238E27FC236}">
                <a16:creationId xmlns:a16="http://schemas.microsoft.com/office/drawing/2014/main" id="{2F312A76-D16E-4BFC-9A78-66863151E104}"/>
              </a:ext>
            </a:extLst>
          </p:cNvPr>
          <p:cNvSpPr/>
          <p:nvPr userDrawn="1"/>
        </p:nvSpPr>
        <p:spPr>
          <a:xfrm>
            <a:off x="-1524000" y="4438683"/>
            <a:ext cx="1219200" cy="457200"/>
          </a:xfrm>
          <a:prstGeom prst="rect">
            <a:avLst/>
          </a:prstGeom>
          <a:solidFill>
            <a:srgbClr val="3360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1" noProof="0" dirty="0">
                <a:latin typeface="Arial" panose="020B0604020202020204" pitchFamily="34" charset="0"/>
                <a:cs typeface="Arial" panose="020B0604020202020204" pitchFamily="34" charset="0"/>
              </a:rPr>
              <a:t>51 – 96 – 157</a:t>
            </a:r>
          </a:p>
        </p:txBody>
      </p:sp>
      <p:sp>
        <p:nvSpPr>
          <p:cNvPr id="23" name="Rectangle 22">
            <a:extLst>
              <a:ext uri="{FF2B5EF4-FFF2-40B4-BE49-F238E27FC236}">
                <a16:creationId xmlns:a16="http://schemas.microsoft.com/office/drawing/2014/main" id="{6BCE9AE4-1B47-4945-AAEC-E241894EECE4}"/>
              </a:ext>
            </a:extLst>
          </p:cNvPr>
          <p:cNvSpPr/>
          <p:nvPr userDrawn="1"/>
        </p:nvSpPr>
        <p:spPr>
          <a:xfrm>
            <a:off x="-1524000" y="4914966"/>
            <a:ext cx="1219200" cy="457200"/>
          </a:xfrm>
          <a:prstGeom prst="rect">
            <a:avLst/>
          </a:prstGeom>
          <a:solidFill>
            <a:srgbClr val="91B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1" noProof="0" dirty="0">
                <a:latin typeface="Arial" panose="020B0604020202020204" pitchFamily="34" charset="0"/>
                <a:cs typeface="Arial" panose="020B0604020202020204" pitchFamily="34" charset="0"/>
              </a:rPr>
              <a:t>145 – 182 – 227</a:t>
            </a:r>
          </a:p>
        </p:txBody>
      </p:sp>
      <p:sp>
        <p:nvSpPr>
          <p:cNvPr id="2" name="Parallelogram 1">
            <a:extLst>
              <a:ext uri="{FF2B5EF4-FFF2-40B4-BE49-F238E27FC236}">
                <a16:creationId xmlns:a16="http://schemas.microsoft.com/office/drawing/2014/main" id="{79184681-9E2C-0D21-3B33-F91790520243}"/>
              </a:ext>
            </a:extLst>
          </p:cNvPr>
          <p:cNvSpPr/>
          <p:nvPr userDrawn="1"/>
        </p:nvSpPr>
        <p:spPr>
          <a:xfrm>
            <a:off x="232570" y="-7003"/>
            <a:ext cx="719091" cy="822960"/>
          </a:xfrm>
          <a:prstGeom prst="parallelogram">
            <a:avLst>
              <a:gd name="adj" fmla="val 50926"/>
            </a:avLst>
          </a:prstGeom>
          <a:solidFill>
            <a:srgbClr val="91B6E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3" name="Rectangle 2">
            <a:extLst>
              <a:ext uri="{FF2B5EF4-FFF2-40B4-BE49-F238E27FC236}">
                <a16:creationId xmlns:a16="http://schemas.microsoft.com/office/drawing/2014/main" id="{EB094BC1-3FE8-CD32-2347-597C6D891330}"/>
              </a:ext>
            </a:extLst>
          </p:cNvPr>
          <p:cNvSpPr/>
          <p:nvPr userDrawn="1"/>
        </p:nvSpPr>
        <p:spPr>
          <a:xfrm>
            <a:off x="1100824" y="-7003"/>
            <a:ext cx="11091176" cy="822960"/>
          </a:xfrm>
          <a:prstGeom prst="rect">
            <a:avLst/>
          </a:prstGeom>
          <a:solidFill>
            <a:srgbClr val="91B6E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4" name="Parallelogram 3">
            <a:extLst>
              <a:ext uri="{FF2B5EF4-FFF2-40B4-BE49-F238E27FC236}">
                <a16:creationId xmlns:a16="http://schemas.microsoft.com/office/drawing/2014/main" id="{DB2F8900-3817-7DF8-63BC-E6DC8855D9D8}"/>
              </a:ext>
            </a:extLst>
          </p:cNvPr>
          <p:cNvSpPr/>
          <p:nvPr userDrawn="1"/>
        </p:nvSpPr>
        <p:spPr>
          <a:xfrm>
            <a:off x="748959" y="-7003"/>
            <a:ext cx="719091" cy="822960"/>
          </a:xfrm>
          <a:prstGeom prst="parallelogram">
            <a:avLst>
              <a:gd name="adj" fmla="val 50926"/>
            </a:avLst>
          </a:prstGeom>
          <a:solidFill>
            <a:srgbClr val="91B6E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Tree>
  </p:cSld>
  <p:clrMap bg1="lt1" tx1="dk1" bg2="lt2" tx2="dk2" accent1="accent1" accent2="accent2" accent3="accent3" accent4="accent4" accent5="accent5" accent6="accent6" hlink="hlink" folHlink="folHlink"/>
  <p:sldLayoutIdLst>
    <p:sldLayoutId id="2147483883" r:id="rId1"/>
    <p:sldLayoutId id="2147483901" r:id="rId2"/>
    <p:sldLayoutId id="2147483908" r:id="rId3"/>
    <p:sldLayoutId id="2147483898" r:id="rId4"/>
    <p:sldLayoutId id="2147483904" r:id="rId5"/>
    <p:sldLayoutId id="2147483906" r:id="rId6"/>
    <p:sldLayoutId id="2147483905" r:id="rId7"/>
    <p:sldLayoutId id="2147483897" r:id="rId8"/>
    <p:sldLayoutId id="2147483899" r:id="rId9"/>
    <p:sldLayoutId id="2147483900" r:id="rId10"/>
  </p:sldLayoutIdLst>
  <p:hf hdr="0" ftr="0" dt="0"/>
  <p:txStyles>
    <p:titleStyle>
      <a:lvl1pPr algn="l" rtl="0" eaLnBrk="1" fontAlgn="base" hangingPunct="1">
        <a:lnSpc>
          <a:spcPts val="2600"/>
        </a:lnSpc>
        <a:spcBef>
          <a:spcPct val="0"/>
        </a:spcBef>
        <a:spcAft>
          <a:spcPct val="0"/>
        </a:spcAft>
        <a:defRPr kumimoji="0" lang="en-US" sz="2400" b="1" i="0" u="none" strike="noStrike" kern="1200" cap="none" spc="0" normalizeH="0" baseline="0" noProof="0" dirty="0" smtClean="0">
          <a:ln>
            <a:noFill/>
          </a:ln>
          <a:solidFill>
            <a:schemeClr val="tx2"/>
          </a:solidFill>
          <a:effectLst/>
          <a:uLnTx/>
          <a:uFillTx/>
          <a:latin typeface="Halyard Display Book"/>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457213" algn="l" rtl="0" eaLnBrk="1" fontAlgn="base" hangingPunct="1">
        <a:spcBef>
          <a:spcPct val="0"/>
        </a:spcBef>
        <a:spcAft>
          <a:spcPct val="0"/>
        </a:spcAft>
        <a:defRPr sz="2400" b="1">
          <a:solidFill>
            <a:schemeClr val="accent1"/>
          </a:solidFill>
          <a:latin typeface="Arial" charset="0"/>
        </a:defRPr>
      </a:lvl6pPr>
      <a:lvl7pPr marL="914425" algn="l" rtl="0" eaLnBrk="1" fontAlgn="base" hangingPunct="1">
        <a:spcBef>
          <a:spcPct val="0"/>
        </a:spcBef>
        <a:spcAft>
          <a:spcPct val="0"/>
        </a:spcAft>
        <a:defRPr sz="2400" b="1">
          <a:solidFill>
            <a:schemeClr val="accent1"/>
          </a:solidFill>
          <a:latin typeface="Arial" charset="0"/>
        </a:defRPr>
      </a:lvl7pPr>
      <a:lvl8pPr marL="1371637" algn="l" rtl="0" eaLnBrk="1" fontAlgn="base" hangingPunct="1">
        <a:spcBef>
          <a:spcPct val="0"/>
        </a:spcBef>
        <a:spcAft>
          <a:spcPct val="0"/>
        </a:spcAft>
        <a:defRPr sz="2400" b="1">
          <a:solidFill>
            <a:schemeClr val="accent1"/>
          </a:solidFill>
          <a:latin typeface="Arial" charset="0"/>
        </a:defRPr>
      </a:lvl8pPr>
      <a:lvl9pPr marL="1828849" algn="l" rtl="0" eaLnBrk="1" fontAlgn="base" hangingPunct="1">
        <a:spcBef>
          <a:spcPct val="0"/>
        </a:spcBef>
        <a:spcAft>
          <a:spcPct val="0"/>
        </a:spcAft>
        <a:defRPr sz="2400" b="1">
          <a:solidFill>
            <a:schemeClr val="accent1"/>
          </a:solidFill>
          <a:latin typeface="Arial" charset="0"/>
        </a:defRPr>
      </a:lvl9pPr>
    </p:titleStyle>
    <p:bodyStyle>
      <a:lvl1pPr marR="0" indent="0" algn="l" defTabSz="914425"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8" marR="0" indent="-174628" algn="l" defTabSz="914425"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23" indent="-171455"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52" marR="0" indent="-174628" algn="l" defTabSz="914425"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95" marR="0" indent="-173043" algn="l" defTabSz="914425"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69" marR="0" indent="-166692" algn="l" defTabSz="914425"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29" indent="-184154" algn="l" defTabSz="914425" rtl="0" eaLnBrk="1" latinLnBrk="0" hangingPunct="1">
        <a:spcBef>
          <a:spcPts val="0"/>
        </a:spcBef>
        <a:spcAft>
          <a:spcPts val="301"/>
        </a:spcAft>
        <a:buFont typeface="Arial" pitchFamily="34" charset="0"/>
        <a:buChar char="‒"/>
        <a:defRPr sz="1400" kern="1200">
          <a:solidFill>
            <a:schemeClr val="accent1"/>
          </a:solidFill>
          <a:latin typeface="+mn-lt"/>
          <a:ea typeface="+mn-ea"/>
          <a:cs typeface="+mn-cs"/>
        </a:defRPr>
      </a:lvl7pPr>
      <a:lvl8pPr marL="1252572" indent="-173043" algn="l" defTabSz="914425" rtl="0" eaLnBrk="1" latinLnBrk="0" hangingPunct="1">
        <a:spcBef>
          <a:spcPts val="0"/>
        </a:spcBef>
        <a:spcAft>
          <a:spcPts val="301"/>
        </a:spcAft>
        <a:buFont typeface="Arial" pitchFamily="34" charset="0"/>
        <a:buChar char="•"/>
        <a:defRPr sz="1400" kern="1200">
          <a:solidFill>
            <a:schemeClr val="accent1"/>
          </a:solidFill>
          <a:latin typeface="+mn-lt"/>
          <a:ea typeface="+mn-ea"/>
          <a:cs typeface="+mn-cs"/>
        </a:defRPr>
      </a:lvl8pPr>
      <a:lvl9pPr marL="1435140" indent="-182569" algn="l" defTabSz="914425" rtl="0" eaLnBrk="1" latinLnBrk="0" hangingPunct="1">
        <a:spcBef>
          <a:spcPts val="0"/>
        </a:spcBef>
        <a:spcAft>
          <a:spcPts val="301"/>
        </a:spcAft>
        <a:buFont typeface="Arial" pitchFamily="34" charset="0"/>
        <a:buChar char="‒"/>
        <a:defRPr sz="1400" kern="1200">
          <a:solidFill>
            <a:schemeClr val="accent1"/>
          </a:solidFill>
          <a:latin typeface="+mn-lt"/>
          <a:ea typeface="+mn-ea"/>
          <a:cs typeface="+mn-cs"/>
        </a:defRPr>
      </a:lvl9pPr>
    </p:bodyStyle>
    <p:otherStyle>
      <a:defPPr>
        <a:defRPr lang="en-US"/>
      </a:defPPr>
      <a:lvl1pPr marL="0" algn="l" defTabSz="914425" rtl="0" eaLnBrk="1" latinLnBrk="0" hangingPunct="1">
        <a:defRPr sz="1800" kern="1200">
          <a:solidFill>
            <a:schemeClr val="tx1"/>
          </a:solidFill>
          <a:latin typeface="+mn-lt"/>
          <a:ea typeface="+mn-ea"/>
          <a:cs typeface="+mn-cs"/>
        </a:defRPr>
      </a:lvl1pPr>
      <a:lvl2pPr marL="457213" algn="l" defTabSz="914425" rtl="0" eaLnBrk="1" latinLnBrk="0" hangingPunct="1">
        <a:defRPr sz="1800" kern="1200">
          <a:solidFill>
            <a:schemeClr val="tx1"/>
          </a:solidFill>
          <a:latin typeface="+mn-lt"/>
          <a:ea typeface="+mn-ea"/>
          <a:cs typeface="+mn-cs"/>
        </a:defRPr>
      </a:lvl2pPr>
      <a:lvl3pPr marL="914425" algn="l" defTabSz="914425" rtl="0" eaLnBrk="1" latinLnBrk="0" hangingPunct="1">
        <a:defRPr sz="1800" kern="1200">
          <a:solidFill>
            <a:schemeClr val="tx1"/>
          </a:solidFill>
          <a:latin typeface="+mn-lt"/>
          <a:ea typeface="+mn-ea"/>
          <a:cs typeface="+mn-cs"/>
        </a:defRPr>
      </a:lvl3pPr>
      <a:lvl4pPr marL="1371637" algn="l" defTabSz="914425" rtl="0" eaLnBrk="1" latinLnBrk="0" hangingPunct="1">
        <a:defRPr sz="1800" kern="1200">
          <a:solidFill>
            <a:schemeClr val="tx1"/>
          </a:solidFill>
          <a:latin typeface="+mn-lt"/>
          <a:ea typeface="+mn-ea"/>
          <a:cs typeface="+mn-cs"/>
        </a:defRPr>
      </a:lvl4pPr>
      <a:lvl5pPr marL="1828849" algn="l" defTabSz="914425" rtl="0" eaLnBrk="1" latinLnBrk="0" hangingPunct="1">
        <a:defRPr sz="1800" kern="1200">
          <a:solidFill>
            <a:schemeClr val="tx1"/>
          </a:solidFill>
          <a:latin typeface="+mn-lt"/>
          <a:ea typeface="+mn-ea"/>
          <a:cs typeface="+mn-cs"/>
        </a:defRPr>
      </a:lvl5pPr>
      <a:lvl6pPr marL="2286062" algn="l" defTabSz="914425" rtl="0" eaLnBrk="1" latinLnBrk="0" hangingPunct="1">
        <a:defRPr sz="1800" kern="1200">
          <a:solidFill>
            <a:schemeClr val="tx1"/>
          </a:solidFill>
          <a:latin typeface="+mn-lt"/>
          <a:ea typeface="+mn-ea"/>
          <a:cs typeface="+mn-cs"/>
        </a:defRPr>
      </a:lvl6pPr>
      <a:lvl7pPr marL="2743274" algn="l" defTabSz="914425" rtl="0" eaLnBrk="1" latinLnBrk="0" hangingPunct="1">
        <a:defRPr sz="1800" kern="1200">
          <a:solidFill>
            <a:schemeClr val="tx1"/>
          </a:solidFill>
          <a:latin typeface="+mn-lt"/>
          <a:ea typeface="+mn-ea"/>
          <a:cs typeface="+mn-cs"/>
        </a:defRPr>
      </a:lvl7pPr>
      <a:lvl8pPr marL="3200487" algn="l" defTabSz="914425" rtl="0" eaLnBrk="1" latinLnBrk="0" hangingPunct="1">
        <a:defRPr sz="1800" kern="1200">
          <a:solidFill>
            <a:schemeClr val="tx1"/>
          </a:solidFill>
          <a:latin typeface="+mn-lt"/>
          <a:ea typeface="+mn-ea"/>
          <a:cs typeface="+mn-cs"/>
        </a:defRPr>
      </a:lvl8pPr>
      <a:lvl9pPr marL="3657698" algn="l" defTabSz="91442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3" Type="http://schemas.openxmlformats.org/officeDocument/2006/relationships/tags" Target="../tags/tag8.xml"/><Relationship Id="rId21" Type="http://schemas.openxmlformats.org/officeDocument/2006/relationships/slideLayout" Target="../slideLayouts/slideLayout9.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chart" Target="../charts/chart1.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image" Target="../media/image1.emf"/><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oleObject" Target="../embeddings/oleObject2.bin"/><Relationship Id="rId10" Type="http://schemas.openxmlformats.org/officeDocument/2006/relationships/tags" Target="../tags/tag15.xml"/><Relationship Id="rId19" Type="http://schemas.openxmlformats.org/officeDocument/2006/relationships/tags" Target="../tags/tag24.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hyperlink" Target="https://ir.charter.com/news-releases/news-release-details/comcast-and-charter-reach-agreement-divestitures" TargetMode="External"/><Relationship Id="rId3" Type="http://schemas.openxmlformats.org/officeDocument/2006/relationships/hyperlink" Target="https://www.law.cornell.edu/uscode/text/47/1704#a_1" TargetMode="External"/><Relationship Id="rId7" Type="http://schemas.openxmlformats.org/officeDocument/2006/relationships/hyperlink" Target="https://www.fcc.gov/general/universal-service" TargetMode="External"/><Relationship Id="rId12" Type="http://schemas.openxmlformats.org/officeDocument/2006/relationships/hyperlink" Target="https://blogs.worldbank.org/en/opendata/toward-bridging-data-divide"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hyperlink" Target="https://www.brookings.edu/research/the-importance-of-broadband-access-in-the-modern-economy/" TargetMode="External"/><Relationship Id="rId11" Type="http://schemas.openxmlformats.org/officeDocument/2006/relationships/hyperlink" Target="https://www.ericsson.com/en/press-releases/2022/7/ericsson-completes-acquisition-of-vonage" TargetMode="External"/><Relationship Id="rId5" Type="http://schemas.openxmlformats.org/officeDocument/2006/relationships/hyperlink" Target="https://www.telecomramblings.com/2024/01/charting-the-fiber-frontier-trends-challenges-and-opportunities-for-2024-and-beyond/" TargetMode="External"/><Relationship Id="rId10" Type="http://schemas.openxmlformats.org/officeDocument/2006/relationships/hyperlink" Target="https://cradlepoint.com/ericsson/" TargetMode="External"/><Relationship Id="rId4" Type="http://schemas.openxmlformats.org/officeDocument/2006/relationships/hyperlink" Target="https://www.vcti.io/blog/broadband-for-all-remains-on-center-stage-five-predictions-for-2024" TargetMode="External"/><Relationship Id="rId9" Type="http://schemas.openxmlformats.org/officeDocument/2006/relationships/hyperlink" Target="https://www.cnbc.com/2023/12/01/amazon-buys-spacex-rocket-launches-for-kuiper-satellite-internet-projec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hink-cell data - do not delete" hidden="1">
            <a:extLst>
              <a:ext uri="{FF2B5EF4-FFF2-40B4-BE49-F238E27FC236}">
                <a16:creationId xmlns:a16="http://schemas.microsoft.com/office/drawing/2014/main" id="{E6ADDA9D-BFC8-6203-1FB3-77C233DA7B17}"/>
              </a:ext>
            </a:extLst>
          </p:cNvPr>
          <p:cNvGraphicFramePr>
            <a:graphicFrameLocks noChangeAspect="1"/>
          </p:cNvGraphicFramePr>
          <p:nvPr>
            <p:custDataLst>
              <p:tags r:id="rId1"/>
            </p:custDataLst>
            <p:extLst>
              <p:ext uri="{D42A27DB-BD31-4B8C-83A1-F6EECF244321}">
                <p14:modId xmlns:p14="http://schemas.microsoft.com/office/powerpoint/2010/main" val="31587673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393" imgH="396" progId="TCLayout.ActiveDocument.1">
                  <p:embed/>
                </p:oleObj>
              </mc:Choice>
              <mc:Fallback>
                <p:oleObj name="think-cell Slide" r:id="rId23" imgW="393" imgH="396" progId="TCLayout.ActiveDocument.1">
                  <p:embed/>
                  <p:pic>
                    <p:nvPicPr>
                      <p:cNvPr id="0" name=""/>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08C6F3F-F9EA-CAF2-71EC-F3B1FEFF0C95}"/>
              </a:ext>
            </a:extLst>
          </p:cNvPr>
          <p:cNvSpPr/>
          <p:nvPr/>
        </p:nvSpPr>
        <p:spPr>
          <a:xfrm>
            <a:off x="0" y="6552366"/>
            <a:ext cx="12192000" cy="184666"/>
          </a:xfrm>
          <a:prstGeom prst="rect">
            <a:avLst/>
          </a:prstGeom>
          <a:solidFill>
            <a:srgbClr val="91B6E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2" name="Slide Number Placeholder 1">
            <a:extLst>
              <a:ext uri="{FF2B5EF4-FFF2-40B4-BE49-F238E27FC236}">
                <a16:creationId xmlns:a16="http://schemas.microsoft.com/office/drawing/2014/main" id="{E89C03E1-8CFC-D3ED-43CF-96E0D346A72E}"/>
              </a:ext>
            </a:extLst>
          </p:cNvPr>
          <p:cNvSpPr>
            <a:spLocks noGrp="1"/>
          </p:cNvSpPr>
          <p:nvPr>
            <p:ph type="sldNum" sz="quarter" idx="4"/>
          </p:nvPr>
        </p:nvSpPr>
        <p:spPr/>
        <p:txBody>
          <a:bodyPr/>
          <a:lstStyle/>
          <a:p>
            <a:pPr>
              <a:defRPr/>
            </a:pPr>
            <a:r>
              <a:rPr lang="en-US" dirty="0">
                <a:solidFill>
                  <a:schemeClr val="bg1"/>
                </a:solidFill>
                <a:latin typeface="Aptos" panose="020B0004020202020204" pitchFamily="34" charset="0"/>
              </a:rPr>
              <a:t>1</a:t>
            </a:r>
          </a:p>
        </p:txBody>
      </p:sp>
      <p:sp>
        <p:nvSpPr>
          <p:cNvPr id="42" name="Rectangle 41">
            <a:extLst>
              <a:ext uri="{FF2B5EF4-FFF2-40B4-BE49-F238E27FC236}">
                <a16:creationId xmlns:a16="http://schemas.microsoft.com/office/drawing/2014/main" id="{35D24A3E-F8B8-B06D-894A-DFDDAE76A5AD}"/>
              </a:ext>
            </a:extLst>
          </p:cNvPr>
          <p:cNvSpPr/>
          <p:nvPr/>
        </p:nvSpPr>
        <p:spPr>
          <a:xfrm>
            <a:off x="5135880" y="6552366"/>
            <a:ext cx="1920240" cy="18466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000" b="0" dirty="0">
                <a:solidFill>
                  <a:schemeClr val="bg1"/>
                </a:solidFill>
                <a:latin typeface="Aptos" panose="020B0004020202020204" pitchFamily="34" charset="0"/>
              </a:rPr>
              <a:t>Confidential &amp; Proprietary</a:t>
            </a:r>
          </a:p>
        </p:txBody>
      </p:sp>
      <p:sp>
        <p:nvSpPr>
          <p:cNvPr id="59" name="TextBox 58">
            <a:extLst>
              <a:ext uri="{FF2B5EF4-FFF2-40B4-BE49-F238E27FC236}">
                <a16:creationId xmlns:a16="http://schemas.microsoft.com/office/drawing/2014/main" id="{7830E6BF-AC6F-CA1A-C750-75B202626F5B}"/>
              </a:ext>
            </a:extLst>
          </p:cNvPr>
          <p:cNvSpPr txBox="1"/>
          <p:nvPr/>
        </p:nvSpPr>
        <p:spPr>
          <a:xfrm>
            <a:off x="921561" y="313264"/>
            <a:ext cx="10441764" cy="492443"/>
          </a:xfrm>
          <a:prstGeom prst="rect">
            <a:avLst/>
          </a:prstGeom>
          <a:noFill/>
        </p:spPr>
        <p:txBody>
          <a:bodyPr wrap="square" rtlCol="0">
            <a:spAutoFit/>
          </a:bodyPr>
          <a:lstStyle>
            <a:defPPr>
              <a:defRPr lang="en-US"/>
            </a:defPPr>
            <a:lvl1pPr algn="l">
              <a:spcBef>
                <a:spcPts val="600"/>
              </a:spcBef>
              <a:defRPr sz="2300">
                <a:solidFill>
                  <a:schemeClr val="bg1"/>
                </a:solidFill>
                <a:latin typeface="Halyard Display Book"/>
                <a:ea typeface="Ebrima" panose="02000000000000000000" pitchFamily="2" charset="0"/>
                <a:cs typeface="Ebrima" panose="02000000000000000000" pitchFamily="2" charset="0"/>
              </a:defRPr>
            </a:lvl1pPr>
          </a:lstStyle>
          <a:p>
            <a:r>
              <a:rPr lang="en-US" sz="2600" dirty="0">
                <a:latin typeface="Bierstadt" panose="020B0004020202020204" pitchFamily="34" charset="0"/>
              </a:rPr>
              <a:t>Broadband Infrastructure Services </a:t>
            </a:r>
          </a:p>
        </p:txBody>
      </p:sp>
      <p:sp>
        <p:nvSpPr>
          <p:cNvPr id="8" name="Rectangle 7">
            <a:extLst>
              <a:ext uri="{FF2B5EF4-FFF2-40B4-BE49-F238E27FC236}">
                <a16:creationId xmlns:a16="http://schemas.microsoft.com/office/drawing/2014/main" id="{FC75A6DD-A1E9-8ABA-265F-12349CF3B981}"/>
              </a:ext>
            </a:extLst>
          </p:cNvPr>
          <p:cNvSpPr/>
          <p:nvPr/>
        </p:nvSpPr>
        <p:spPr>
          <a:xfrm>
            <a:off x="258617" y="3982180"/>
            <a:ext cx="5760720" cy="253907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t"/>
          <a:lstStyle/>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The enterprise broadband segment, encompassing connectivity for businesses and institutions, is experiencing steady growth as companies shift to </a:t>
            </a:r>
            <a:r>
              <a:rPr lang="en-US" sz="1000" dirty="0">
                <a:solidFill>
                  <a:srgbClr val="33609D"/>
                </a:solidFill>
                <a:latin typeface="Aptos Display" panose="020B0004020202020204" pitchFamily="34" charset="0"/>
              </a:rPr>
              <a:t>cloud-based solutions (requires low-latency)</a:t>
            </a:r>
            <a:r>
              <a:rPr lang="en-US" sz="1000" b="0" dirty="0">
                <a:solidFill>
                  <a:srgbClr val="33609D"/>
                </a:solidFill>
                <a:latin typeface="Aptos Display" panose="020B0004020202020204" pitchFamily="34" charset="0"/>
              </a:rPr>
              <a:t>, require robust security and privacy for remote access, and adopt advanced digital tools [4]. </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Increased demand for low-latency, high-capacity networks, especially in sectors like</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 finance, healthcare, and manufacturing, fuels growth here. As these industries rely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more on </a:t>
            </a:r>
            <a:r>
              <a:rPr lang="en-US" sz="1000" i="1" dirty="0">
                <a:solidFill>
                  <a:srgbClr val="33609D"/>
                </a:solidFill>
                <a:latin typeface="Aptos Display" panose="020B0004020202020204" pitchFamily="34" charset="0"/>
              </a:rPr>
              <a:t>cloud computing, AI, and IoT,</a:t>
            </a:r>
            <a:r>
              <a:rPr lang="en-US" sz="1000" b="0" dirty="0">
                <a:solidFill>
                  <a:srgbClr val="33609D"/>
                </a:solidFill>
                <a:latin typeface="Aptos Display" panose="020B0004020202020204" pitchFamily="34" charset="0"/>
              </a:rPr>
              <a:t> their need for stable, high-speed connections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is paramount.</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​The service provider segment, which involves ISPs and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telecom operators, is largely driven by the need to expand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residential and regional connectivity in rural and peri urban regions. </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The BEAD program’s $42.5 billion funding and other federal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initiatives are focused on extending broadband to rural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and underserved areas, encouraging service providers to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build new infrastructure to meet demand across a broader geographical footprint​</a:t>
            </a:r>
          </a:p>
          <a:p>
            <a:pPr algn="l"/>
            <a:endParaRPr lang="en-US" sz="1000" b="0" i="1" dirty="0">
              <a:solidFill>
                <a:schemeClr val="tx1"/>
              </a:solidFill>
              <a:latin typeface="Aptos Display" panose="020B0004020202020204" pitchFamily="34" charset="0"/>
            </a:endParaRPr>
          </a:p>
          <a:p>
            <a:pPr marL="171450" indent="-171450" algn="l">
              <a:buFont typeface="Arial" panose="020B0604020202020204" pitchFamily="34" charset="0"/>
              <a:buChar char="•"/>
            </a:pPr>
            <a:endParaRPr lang="en-US" sz="1000" b="0" dirty="0">
              <a:solidFill>
                <a:schemeClr val="tx1"/>
              </a:solidFill>
              <a:latin typeface="Aptos Display" panose="020B0004020202020204" pitchFamily="34" charset="0"/>
            </a:endParaRPr>
          </a:p>
        </p:txBody>
      </p:sp>
      <p:sp>
        <p:nvSpPr>
          <p:cNvPr id="11" name="Rectangle 10">
            <a:extLst>
              <a:ext uri="{FF2B5EF4-FFF2-40B4-BE49-F238E27FC236}">
                <a16:creationId xmlns:a16="http://schemas.microsoft.com/office/drawing/2014/main" id="{61FD5789-74F9-5ED5-4B03-2FBF4D1F0B6D}"/>
              </a:ext>
            </a:extLst>
          </p:cNvPr>
          <p:cNvSpPr/>
          <p:nvPr/>
        </p:nvSpPr>
        <p:spPr>
          <a:xfrm>
            <a:off x="258617" y="1194530"/>
            <a:ext cx="5760720" cy="244680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t"/>
          <a:lstStyle/>
          <a:p>
            <a:pPr marL="171450" indent="-171450" algn="l">
              <a:buFont typeface="Arial" panose="020B0604020202020204" pitchFamily="34" charset="0"/>
              <a:buChar char="•"/>
            </a:pPr>
            <a:r>
              <a:rPr lang="en-US" sz="1000" dirty="0">
                <a:solidFill>
                  <a:srgbClr val="33609D"/>
                </a:solidFill>
                <a:latin typeface="Aptos Display" panose="020B0004020202020204" pitchFamily="34" charset="0"/>
              </a:rPr>
              <a:t>What is Broadband (BB) Infrastructure? </a:t>
            </a:r>
            <a:r>
              <a:rPr lang="en-US" sz="1000" b="0" dirty="0">
                <a:solidFill>
                  <a:srgbClr val="33609D"/>
                </a:solidFill>
                <a:latin typeface="Aptos Display" panose="020B0004020202020204" pitchFamily="34" charset="0"/>
              </a:rPr>
              <a:t>The term “Broadband Infrastructure” refer to any cables, fiber optics, wiring, or other permanent (integral to the structure) infrastructure, including wireless infrastructure, that— (A) is capable of providing access to internet connections in individual locations; and (B) is an advanced telecommunications capability, as defined in [1]</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Broadband infrastructure services companies provide the infrastructure and services needed for communication and connectivity.</a:t>
            </a:r>
          </a:p>
          <a:p>
            <a:pPr algn="l"/>
            <a:r>
              <a:rPr lang="en-US" sz="1000" dirty="0">
                <a:solidFill>
                  <a:srgbClr val="33609D"/>
                </a:solidFill>
                <a:latin typeface="Aptos Display" panose="020B0004020202020204" pitchFamily="34" charset="0"/>
              </a:rPr>
              <a:t>Background:</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The need for robust broadband infrastructure has grown as internet access becomes more vital for economic development, education, healthcare, and government services. Despite significant investment, accessibility challenges persist, particularly in rural and low-income areas where installation costs are high, and returns on investment can be limited. </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This digital divide has prompted government programs, such as the FCC’s Universal Service Fund and the Broadband Equity, Access, and Deployment (BEAD) Program by the NTIA, to support infrastructure expansion and increase internet access across underserved areas [5].</a:t>
            </a:r>
          </a:p>
        </p:txBody>
      </p:sp>
      <p:sp>
        <p:nvSpPr>
          <p:cNvPr id="12" name="Rectangle 11">
            <a:extLst>
              <a:ext uri="{FF2B5EF4-FFF2-40B4-BE49-F238E27FC236}">
                <a16:creationId xmlns:a16="http://schemas.microsoft.com/office/drawing/2014/main" id="{90E540CA-1F1C-5DC7-277E-7B219A01F8DF}"/>
              </a:ext>
            </a:extLst>
          </p:cNvPr>
          <p:cNvSpPr/>
          <p:nvPr/>
        </p:nvSpPr>
        <p:spPr>
          <a:xfrm>
            <a:off x="6222709" y="1192761"/>
            <a:ext cx="5760720" cy="244680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t"/>
          <a:lstStyle/>
          <a:p>
            <a:pPr marL="171450" indent="-171450" algn="l">
              <a:buFont typeface="Arial" panose="020B0604020202020204" pitchFamily="34" charset="0"/>
              <a:buChar char="•"/>
            </a:pPr>
            <a:r>
              <a:rPr lang="en-US" sz="1000" dirty="0">
                <a:solidFill>
                  <a:srgbClr val="33609D"/>
                </a:solidFill>
                <a:latin typeface="Aptos Display" panose="020B0004020202020204" pitchFamily="34" charset="0"/>
              </a:rPr>
              <a:t>Investment Landscape and Financial:</a:t>
            </a:r>
          </a:p>
          <a:p>
            <a:pPr marL="628650" lvl="1" indent="-171450" algn="l">
              <a:buFont typeface="Arial" panose="020B0604020202020204" pitchFamily="34" charset="0"/>
              <a:buChar char="•"/>
            </a:pPr>
            <a:r>
              <a:rPr lang="en-US" sz="1000" u="sng" dirty="0">
                <a:solidFill>
                  <a:srgbClr val="33609D"/>
                </a:solidFill>
                <a:latin typeface="Aptos Display" panose="020B0004020202020204" pitchFamily="34" charset="0"/>
              </a:rPr>
              <a:t>$42.5 B</a:t>
            </a:r>
            <a:r>
              <a:rPr lang="en-US" sz="1000" b="0" dirty="0">
                <a:solidFill>
                  <a:srgbClr val="33609D"/>
                </a:solidFill>
                <a:latin typeface="Aptos Display" panose="020B0004020202020204" pitchFamily="34" charset="0"/>
              </a:rPr>
              <a:t> allocated to expand broadband in rural and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underserved areas [2]</a:t>
            </a:r>
          </a:p>
          <a:p>
            <a:pPr marL="628650" lvl="1" indent="-171450" algn="l">
              <a:buFont typeface="Arial" panose="020B0604020202020204" pitchFamily="34" charset="0"/>
              <a:buChar char="•"/>
            </a:pPr>
            <a:r>
              <a:rPr lang="en-US" sz="1000" b="0" dirty="0">
                <a:solidFill>
                  <a:srgbClr val="33609D"/>
                </a:solidFill>
                <a:latin typeface="Aptos Display" panose="020B0004020202020204" pitchFamily="34" charset="0"/>
              </a:rPr>
              <a:t> fiber-based broadband providers are seeing EBITDA multiples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ranging between </a:t>
            </a:r>
            <a:r>
              <a:rPr lang="en-US" sz="1000" u="sng" dirty="0">
                <a:solidFill>
                  <a:srgbClr val="33609D"/>
                </a:solidFill>
                <a:latin typeface="Aptos Display" panose="020B0004020202020204" pitchFamily="34" charset="0"/>
              </a:rPr>
              <a:t>15x</a:t>
            </a:r>
            <a:r>
              <a:rPr lang="en-US" sz="1000" b="0" dirty="0">
                <a:solidFill>
                  <a:srgbClr val="33609D"/>
                </a:solidFill>
                <a:latin typeface="Aptos Display" panose="020B0004020202020204" pitchFamily="34" charset="0"/>
              </a:rPr>
              <a:t> and </a:t>
            </a:r>
            <a:r>
              <a:rPr lang="en-US" sz="1000" u="sng" dirty="0">
                <a:solidFill>
                  <a:srgbClr val="33609D"/>
                </a:solidFill>
                <a:latin typeface="Aptos Display" panose="020B0004020202020204" pitchFamily="34" charset="0"/>
              </a:rPr>
              <a:t>25x</a:t>
            </a:r>
            <a:r>
              <a:rPr lang="en-US" sz="1000" b="0" dirty="0">
                <a:solidFill>
                  <a:srgbClr val="33609D"/>
                </a:solidFill>
                <a:latin typeface="Aptos Display" panose="020B0004020202020204" pitchFamily="34" charset="0"/>
              </a:rPr>
              <a:t> [3]</a:t>
            </a:r>
          </a:p>
          <a:p>
            <a:pPr marL="171450" indent="-171450" algn="l">
              <a:buFont typeface="Arial" panose="020B0604020202020204" pitchFamily="34" charset="0"/>
              <a:buChar char="•"/>
            </a:pPr>
            <a:r>
              <a:rPr lang="en-US" sz="1000" dirty="0">
                <a:solidFill>
                  <a:srgbClr val="33609D"/>
                </a:solidFill>
                <a:latin typeface="Aptos Display" panose="020B0004020202020204" pitchFamily="34" charset="0"/>
              </a:rPr>
              <a:t>Technology and Innovation Trends:</a:t>
            </a:r>
          </a:p>
          <a:p>
            <a:pPr marL="628650" lvl="1" indent="-171450" algn="l">
              <a:buFont typeface="Arial" panose="020B0604020202020204" pitchFamily="34" charset="0"/>
              <a:buChar char="•"/>
            </a:pPr>
            <a:r>
              <a:rPr lang="en-US" sz="1000" b="0" dirty="0">
                <a:solidFill>
                  <a:srgbClr val="33609D"/>
                </a:solidFill>
                <a:latin typeface="Aptos Display" panose="020B0004020202020204" pitchFamily="34" charset="0"/>
              </a:rPr>
              <a:t>AI to reduce OPEX by ~ 30%, improving service reliability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and creating more efficient  network management [3]</a:t>
            </a:r>
          </a:p>
          <a:p>
            <a:pPr marL="628650" lvl="1" indent="-171450" algn="l">
              <a:buFont typeface="Arial" panose="020B0604020202020204" pitchFamily="34" charset="0"/>
              <a:buChar char="•"/>
            </a:pPr>
            <a:r>
              <a:rPr lang="en-US" sz="1000" b="0" dirty="0">
                <a:solidFill>
                  <a:srgbClr val="33609D"/>
                </a:solidFill>
                <a:latin typeface="Aptos Display" panose="020B0004020202020204" pitchFamily="34" charset="0"/>
              </a:rPr>
              <a:t>Combining fiber with fixed wireless  (Verizon’s + T-Mobile’s</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 recent expansions) addresses underserved markets</a:t>
            </a:r>
          </a:p>
          <a:p>
            <a:pPr marL="171450" indent="-171450" algn="l">
              <a:buFont typeface="Arial" panose="020B0604020202020204" pitchFamily="34" charset="0"/>
              <a:buChar char="•"/>
            </a:pPr>
            <a:r>
              <a:rPr lang="en-US" sz="1000" dirty="0">
                <a:solidFill>
                  <a:srgbClr val="33609D"/>
                </a:solidFill>
                <a:latin typeface="Aptos Display" panose="020B0004020202020204" pitchFamily="34" charset="0"/>
              </a:rPr>
              <a:t>Challenges and Strategic Considerations</a:t>
            </a:r>
            <a:r>
              <a:rPr lang="en-US" sz="1000" b="0" dirty="0">
                <a:solidFill>
                  <a:srgbClr val="33609D"/>
                </a:solidFill>
                <a:latin typeface="Aptos Display" panose="020B0004020202020204" pitchFamily="34" charset="0"/>
              </a:rPr>
              <a:t>:</a:t>
            </a:r>
          </a:p>
          <a:p>
            <a:pPr marL="628650" lvl="1" indent="-171450" algn="l">
              <a:buFont typeface="Arial" panose="020B0604020202020204" pitchFamily="34" charset="0"/>
              <a:buChar char="•"/>
            </a:pPr>
            <a:r>
              <a:rPr lang="en-US" sz="1000" b="0" dirty="0">
                <a:solidFill>
                  <a:srgbClr val="33609D"/>
                </a:solidFill>
                <a:latin typeface="Aptos Display" panose="020B0004020202020204" pitchFamily="34" charset="0"/>
              </a:rPr>
              <a:t>Fiber can cost from $30k to $1 M per route mile, depending on</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 geography. These expenses are pushing companies to </a:t>
            </a:r>
            <a:br>
              <a:rPr lang="en-US" sz="1000" b="0" dirty="0">
                <a:solidFill>
                  <a:srgbClr val="33609D"/>
                </a:solidFill>
                <a:latin typeface="Aptos Display" panose="020B0004020202020204" pitchFamily="34" charset="0"/>
              </a:rPr>
            </a:br>
            <a:r>
              <a:rPr lang="en-US" sz="1000" b="0" dirty="0">
                <a:solidFill>
                  <a:srgbClr val="33609D"/>
                </a:solidFill>
                <a:latin typeface="Aptos Display" panose="020B0004020202020204" pitchFamily="34" charset="0"/>
              </a:rPr>
              <a:t>innovate with cost-saving technologies [3]</a:t>
            </a:r>
          </a:p>
          <a:p>
            <a:pPr marL="628650" lvl="1" indent="-171450" algn="l">
              <a:buFont typeface="Arial" panose="020B0604020202020204" pitchFamily="34" charset="0"/>
              <a:buChar char="•"/>
            </a:pPr>
            <a:endParaRPr lang="en-US" sz="1000" b="0" dirty="0">
              <a:solidFill>
                <a:srgbClr val="33609D"/>
              </a:solidFill>
              <a:latin typeface="Aptos Display" panose="020B0004020202020204" pitchFamily="34" charset="0"/>
            </a:endParaRPr>
          </a:p>
        </p:txBody>
      </p:sp>
      <p:sp>
        <p:nvSpPr>
          <p:cNvPr id="13" name="Rectangle 12">
            <a:extLst>
              <a:ext uri="{FF2B5EF4-FFF2-40B4-BE49-F238E27FC236}">
                <a16:creationId xmlns:a16="http://schemas.microsoft.com/office/drawing/2014/main" id="{461AEB4B-282A-543A-2E7A-A85F3F40CB89}"/>
              </a:ext>
            </a:extLst>
          </p:cNvPr>
          <p:cNvSpPr/>
          <p:nvPr/>
        </p:nvSpPr>
        <p:spPr>
          <a:xfrm>
            <a:off x="6222709" y="3982180"/>
            <a:ext cx="5760720" cy="253907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t"/>
          <a:lstStyle/>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Major telecom companies like </a:t>
            </a:r>
            <a:r>
              <a:rPr lang="en-US" sz="1000" dirty="0">
                <a:solidFill>
                  <a:srgbClr val="33609D"/>
                </a:solidFill>
                <a:latin typeface="Aptos Display" panose="020B0004020202020204" pitchFamily="34" charset="0"/>
              </a:rPr>
              <a:t>Comcast</a:t>
            </a:r>
            <a:r>
              <a:rPr lang="en-US" sz="1000" b="0" dirty="0">
                <a:solidFill>
                  <a:srgbClr val="33609D"/>
                </a:solidFill>
                <a:latin typeface="Aptos Display" panose="020B0004020202020204" pitchFamily="34" charset="0"/>
              </a:rPr>
              <a:t> and </a:t>
            </a:r>
            <a:r>
              <a:rPr lang="en-US" sz="1000" dirty="0">
                <a:solidFill>
                  <a:srgbClr val="33609D"/>
                </a:solidFill>
                <a:latin typeface="Aptos Display" panose="020B0004020202020204" pitchFamily="34" charset="0"/>
              </a:rPr>
              <a:t>Charter Communications</a:t>
            </a:r>
            <a:r>
              <a:rPr lang="en-US" sz="1000" b="0" dirty="0">
                <a:solidFill>
                  <a:srgbClr val="33609D"/>
                </a:solidFill>
                <a:latin typeface="Aptos Display" panose="020B0004020202020204" pitchFamily="34" charset="0"/>
              </a:rPr>
              <a:t> have pursued acquisitions to extend their fiber networks and build out 5G capabilities. These deals often indicate a strategic focus on diversifying services and integrating emerging technologies like edge computing [6]</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SpaceX (</a:t>
            </a:r>
            <a:r>
              <a:rPr lang="en-US" sz="1000" b="0" dirty="0" err="1">
                <a:solidFill>
                  <a:srgbClr val="33609D"/>
                </a:solidFill>
                <a:latin typeface="Aptos Display" panose="020B0004020202020204" pitchFamily="34" charset="0"/>
              </a:rPr>
              <a:t>Starlink</a:t>
            </a:r>
            <a:r>
              <a:rPr lang="en-US" sz="1000" b="0" dirty="0">
                <a:solidFill>
                  <a:srgbClr val="33609D"/>
                </a:solidFill>
                <a:latin typeface="Aptos Display" panose="020B0004020202020204" pitchFamily="34" charset="0"/>
              </a:rPr>
              <a:t>) and Amazon (Project Kuiper) are key players entering the broadband space with satellite-based services, which could disrupt traditional infrastructure economics by offering coverage in hard-to-reach areas [7].</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From my tenure at Ericsson, it acquired </a:t>
            </a:r>
            <a:r>
              <a:rPr lang="en-US" sz="1000" dirty="0" err="1">
                <a:solidFill>
                  <a:srgbClr val="33609D"/>
                </a:solidFill>
                <a:latin typeface="Aptos Display" panose="020B0004020202020204" pitchFamily="34" charset="0"/>
              </a:rPr>
              <a:t>Cradlepoint</a:t>
            </a:r>
            <a:r>
              <a:rPr lang="en-US" sz="1000" b="0" dirty="0">
                <a:solidFill>
                  <a:srgbClr val="33609D"/>
                </a:solidFill>
                <a:latin typeface="Aptos Display" panose="020B0004020202020204" pitchFamily="34" charset="0"/>
              </a:rPr>
              <a:t>, a U.S.-based provider of wireless edge WAN solutions, for $1.1 billion and </a:t>
            </a:r>
            <a:r>
              <a:rPr lang="en-US" sz="1000" dirty="0">
                <a:solidFill>
                  <a:srgbClr val="33609D"/>
                </a:solidFill>
                <a:latin typeface="Aptos Display" panose="020B0004020202020204" pitchFamily="34" charset="0"/>
              </a:rPr>
              <a:t>Vonage</a:t>
            </a:r>
            <a:r>
              <a:rPr lang="en-US" sz="1000" b="0" dirty="0">
                <a:solidFill>
                  <a:srgbClr val="33609D"/>
                </a:solidFill>
                <a:latin typeface="Aptos Display" panose="020B0004020202020204" pitchFamily="34" charset="0"/>
              </a:rPr>
              <a:t> in 2021, a global cloud communications provider, for $6.2 billion [8][9].</a:t>
            </a:r>
          </a:p>
          <a:p>
            <a:pPr algn="l"/>
            <a:r>
              <a:rPr lang="en-US" sz="1000" u="sng" dirty="0">
                <a:solidFill>
                  <a:srgbClr val="33609D"/>
                </a:solidFill>
                <a:latin typeface="Aptos Display" panose="020B0004020202020204" pitchFamily="34" charset="0"/>
              </a:rPr>
              <a:t>Challenge: </a:t>
            </a:r>
            <a:r>
              <a:rPr lang="en-US" sz="1000" dirty="0">
                <a:solidFill>
                  <a:srgbClr val="33609D"/>
                </a:solidFill>
                <a:latin typeface="Aptos Display" panose="020B0004020202020204" pitchFamily="34" charset="0"/>
              </a:rPr>
              <a:t>Data Divide</a:t>
            </a:r>
            <a:r>
              <a:rPr lang="en-US" sz="1000" b="0" dirty="0">
                <a:solidFill>
                  <a:srgbClr val="33609D"/>
                </a:solidFill>
                <a:latin typeface="Aptos Display" panose="020B0004020202020204" pitchFamily="34" charset="0"/>
              </a:rPr>
              <a:t>: There is a clear disparity in access to digital resources and broadband connectivity, which limits certain communities' ability to leverage technology for education, healthcare, and economic opportunities, deepening existing inequalities [10].</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How to solve from the lens of Search Funds?  Many local, community-focused ISPs are founder-owned and have been bootstrapped. A search fund can acquire these community ISPs and expand their operations.</a:t>
            </a:r>
          </a:p>
          <a:p>
            <a:pPr marL="171450" indent="-171450" algn="l">
              <a:buFont typeface="Arial" panose="020B0604020202020204" pitchFamily="34" charset="0"/>
              <a:buChar char="•"/>
            </a:pPr>
            <a:r>
              <a:rPr lang="en-US" sz="1000" b="0" dirty="0">
                <a:solidFill>
                  <a:srgbClr val="33609D"/>
                </a:solidFill>
                <a:latin typeface="Aptos Display" panose="020B0004020202020204" pitchFamily="34" charset="0"/>
              </a:rPr>
              <a:t>Search funds can acquire small tech companies that specialize in innovative solutions for rural broadband, such as satellite connectivity or mesh network technologies. </a:t>
            </a:r>
          </a:p>
          <a:p>
            <a:pPr marL="171450" indent="-171450" algn="l">
              <a:buFont typeface="Arial" panose="020B0604020202020204" pitchFamily="34" charset="0"/>
              <a:buChar char="•"/>
            </a:pPr>
            <a:endParaRPr lang="en-US" sz="1000" b="0" dirty="0">
              <a:solidFill>
                <a:srgbClr val="33609D"/>
              </a:solidFill>
              <a:latin typeface="Aptos Display" panose="020B0004020202020204" pitchFamily="34" charset="0"/>
            </a:endParaRPr>
          </a:p>
        </p:txBody>
      </p:sp>
      <p:sp>
        <p:nvSpPr>
          <p:cNvPr id="14" name="Rectangle 13">
            <a:extLst>
              <a:ext uri="{FF2B5EF4-FFF2-40B4-BE49-F238E27FC236}">
                <a16:creationId xmlns:a16="http://schemas.microsoft.com/office/drawing/2014/main" id="{4CBD496C-6303-A04A-53FC-D4A3BA749DA4}"/>
              </a:ext>
            </a:extLst>
          </p:cNvPr>
          <p:cNvSpPr/>
          <p:nvPr/>
        </p:nvSpPr>
        <p:spPr>
          <a:xfrm>
            <a:off x="258617" y="900487"/>
            <a:ext cx="5760720" cy="247238"/>
          </a:xfrm>
          <a:prstGeom prst="rect">
            <a:avLst/>
          </a:prstGeom>
          <a:solidFill>
            <a:srgbClr val="1F3C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400" dirty="0">
                <a:solidFill>
                  <a:schemeClr val="bg1"/>
                </a:solidFill>
                <a:latin typeface="Aptos Display" panose="020B0004020202020204" pitchFamily="34" charset="0"/>
              </a:rPr>
              <a:t>DESCRIPTION &amp; BACKGROUND</a:t>
            </a:r>
          </a:p>
        </p:txBody>
      </p:sp>
      <p:sp>
        <p:nvSpPr>
          <p:cNvPr id="17" name="Rectangle 16">
            <a:extLst>
              <a:ext uri="{FF2B5EF4-FFF2-40B4-BE49-F238E27FC236}">
                <a16:creationId xmlns:a16="http://schemas.microsoft.com/office/drawing/2014/main" id="{DF564BA9-761E-5182-8888-CF913128BB07}"/>
              </a:ext>
            </a:extLst>
          </p:cNvPr>
          <p:cNvSpPr/>
          <p:nvPr/>
        </p:nvSpPr>
        <p:spPr>
          <a:xfrm>
            <a:off x="6222709" y="3687252"/>
            <a:ext cx="5760720" cy="247238"/>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18" name="Rectangle 17">
            <a:extLst>
              <a:ext uri="{FF2B5EF4-FFF2-40B4-BE49-F238E27FC236}">
                <a16:creationId xmlns:a16="http://schemas.microsoft.com/office/drawing/2014/main" id="{402A5457-2718-905D-EE3F-33FBF6F058E9}"/>
              </a:ext>
            </a:extLst>
          </p:cNvPr>
          <p:cNvSpPr/>
          <p:nvPr/>
        </p:nvSpPr>
        <p:spPr>
          <a:xfrm>
            <a:off x="6222709" y="900487"/>
            <a:ext cx="5760720" cy="247238"/>
          </a:xfrm>
          <a:prstGeom prst="rect">
            <a:avLst/>
          </a:prstGeom>
          <a:solidFill>
            <a:srgbClr val="33609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400" dirty="0">
                <a:solidFill>
                  <a:schemeClr val="bg1"/>
                </a:solidFill>
                <a:latin typeface="Aptos Display" panose="020B0004020202020204" pitchFamily="34" charset="0"/>
              </a:rPr>
              <a:t>“LAY OF THE LAND”</a:t>
            </a:r>
          </a:p>
        </p:txBody>
      </p:sp>
      <p:sp>
        <p:nvSpPr>
          <p:cNvPr id="19" name="Rectangle 18">
            <a:extLst>
              <a:ext uri="{FF2B5EF4-FFF2-40B4-BE49-F238E27FC236}">
                <a16:creationId xmlns:a16="http://schemas.microsoft.com/office/drawing/2014/main" id="{07E060D6-CA6A-A95E-5819-5A4DD4E517E4}"/>
              </a:ext>
            </a:extLst>
          </p:cNvPr>
          <p:cNvSpPr/>
          <p:nvPr/>
        </p:nvSpPr>
        <p:spPr>
          <a:xfrm>
            <a:off x="258617" y="3688137"/>
            <a:ext cx="5760720" cy="247238"/>
          </a:xfrm>
          <a:prstGeom prst="rect">
            <a:avLst/>
          </a:prstGeom>
          <a:solidFill>
            <a:srgbClr val="8FC3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400" dirty="0">
                <a:solidFill>
                  <a:schemeClr val="bg1"/>
                </a:solidFill>
                <a:latin typeface="Aptos Display" panose="020B0004020202020204" pitchFamily="34" charset="0"/>
              </a:rPr>
              <a:t>SIZE &amp; GROWTH TRENDS</a:t>
            </a:r>
          </a:p>
        </p:txBody>
      </p:sp>
      <p:sp>
        <p:nvSpPr>
          <p:cNvPr id="20" name="Rectangle 19">
            <a:extLst>
              <a:ext uri="{FF2B5EF4-FFF2-40B4-BE49-F238E27FC236}">
                <a16:creationId xmlns:a16="http://schemas.microsoft.com/office/drawing/2014/main" id="{D3E39404-1AA6-117E-F9D0-678AFFD0835B}"/>
              </a:ext>
            </a:extLst>
          </p:cNvPr>
          <p:cNvSpPr/>
          <p:nvPr/>
        </p:nvSpPr>
        <p:spPr>
          <a:xfrm>
            <a:off x="6222709" y="3688137"/>
            <a:ext cx="5760720" cy="247238"/>
          </a:xfrm>
          <a:prstGeom prst="rect">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400" dirty="0">
                <a:solidFill>
                  <a:schemeClr val="bg1"/>
                </a:solidFill>
                <a:latin typeface="Aptos Display" panose="020B0004020202020204" pitchFamily="34" charset="0"/>
              </a:rPr>
              <a:t>[OPTIONAL]</a:t>
            </a:r>
          </a:p>
        </p:txBody>
      </p:sp>
      <p:cxnSp>
        <p:nvCxnSpPr>
          <p:cNvPr id="237" name="Straight Connector 236">
            <a:extLst>
              <a:ext uri="{FF2B5EF4-FFF2-40B4-BE49-F238E27FC236}">
                <a16:creationId xmlns:a16="http://schemas.microsoft.com/office/drawing/2014/main" id="{B3B999E5-C573-DF0C-0F11-E0C2DF7BFB64}"/>
              </a:ext>
            </a:extLst>
          </p:cNvPr>
          <p:cNvCxnSpPr/>
          <p:nvPr>
            <p:custDataLst>
              <p:tags r:id="rId2"/>
            </p:custDataLst>
          </p:nvPr>
        </p:nvCxnSpPr>
        <p:spPr bwMode="auto">
          <a:xfrm flipV="1">
            <a:off x="4938714" y="5016500"/>
            <a:ext cx="149225" cy="14605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8" name="Straight Connector 237">
            <a:extLst>
              <a:ext uri="{FF2B5EF4-FFF2-40B4-BE49-F238E27FC236}">
                <a16:creationId xmlns:a16="http://schemas.microsoft.com/office/drawing/2014/main" id="{13DC0C92-4C91-E122-56C2-2C87923C9058}"/>
              </a:ext>
            </a:extLst>
          </p:cNvPr>
          <p:cNvCxnSpPr/>
          <p:nvPr>
            <p:custDataLst>
              <p:tags r:id="rId3"/>
            </p:custDataLst>
          </p:nvPr>
        </p:nvCxnSpPr>
        <p:spPr bwMode="auto">
          <a:xfrm flipV="1">
            <a:off x="4938714" y="5362575"/>
            <a:ext cx="149225" cy="98425"/>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9" name="Straight Connector 238">
            <a:extLst>
              <a:ext uri="{FF2B5EF4-FFF2-40B4-BE49-F238E27FC236}">
                <a16:creationId xmlns:a16="http://schemas.microsoft.com/office/drawing/2014/main" id="{764EEB4A-6959-E33A-A047-584382FB667C}"/>
              </a:ext>
            </a:extLst>
          </p:cNvPr>
          <p:cNvCxnSpPr/>
          <p:nvPr>
            <p:custDataLst>
              <p:tags r:id="rId4"/>
            </p:custDataLst>
          </p:nvPr>
        </p:nvCxnSpPr>
        <p:spPr bwMode="auto">
          <a:xfrm flipV="1">
            <a:off x="5275263" y="4935538"/>
            <a:ext cx="147638" cy="80963"/>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0" name="Straight Connector 239">
            <a:extLst>
              <a:ext uri="{FF2B5EF4-FFF2-40B4-BE49-F238E27FC236}">
                <a16:creationId xmlns:a16="http://schemas.microsoft.com/office/drawing/2014/main" id="{35F11481-D2E7-B6B5-BFA7-1404B6E13676}"/>
              </a:ext>
            </a:extLst>
          </p:cNvPr>
          <p:cNvCxnSpPr/>
          <p:nvPr>
            <p:custDataLst>
              <p:tags r:id="rId5"/>
            </p:custDataLst>
          </p:nvPr>
        </p:nvCxnSpPr>
        <p:spPr bwMode="auto">
          <a:xfrm flipV="1">
            <a:off x="5275263" y="5305425"/>
            <a:ext cx="147638" cy="5715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1" name="Straight Connector 240">
            <a:extLst>
              <a:ext uri="{FF2B5EF4-FFF2-40B4-BE49-F238E27FC236}">
                <a16:creationId xmlns:a16="http://schemas.microsoft.com/office/drawing/2014/main" id="{CFD2564D-EC2C-FA98-BA0F-6193F56862CD}"/>
              </a:ext>
            </a:extLst>
          </p:cNvPr>
          <p:cNvCxnSpPr/>
          <p:nvPr>
            <p:custDataLst>
              <p:tags r:id="rId6"/>
            </p:custDataLst>
          </p:nvPr>
        </p:nvCxnSpPr>
        <p:spPr bwMode="auto">
          <a:xfrm flipV="1">
            <a:off x="5610225" y="4830763"/>
            <a:ext cx="147638" cy="104775"/>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2" name="Straight Connector 241">
            <a:extLst>
              <a:ext uri="{FF2B5EF4-FFF2-40B4-BE49-F238E27FC236}">
                <a16:creationId xmlns:a16="http://schemas.microsoft.com/office/drawing/2014/main" id="{47002257-C1DB-80F7-79AB-9A15A7C99562}"/>
              </a:ext>
            </a:extLst>
          </p:cNvPr>
          <p:cNvCxnSpPr/>
          <p:nvPr>
            <p:custDataLst>
              <p:tags r:id="rId7"/>
            </p:custDataLst>
          </p:nvPr>
        </p:nvCxnSpPr>
        <p:spPr bwMode="auto">
          <a:xfrm flipV="1">
            <a:off x="5610225" y="5235575"/>
            <a:ext cx="147638" cy="6985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496" name="Chart 495">
            <a:extLst>
              <a:ext uri="{FF2B5EF4-FFF2-40B4-BE49-F238E27FC236}">
                <a16:creationId xmlns:a16="http://schemas.microsoft.com/office/drawing/2014/main" id="{3AC87ADE-37F9-4A20-111C-A5B4C74F13EE}"/>
              </a:ext>
            </a:extLst>
          </p:cNvPr>
          <p:cNvGraphicFramePr/>
          <p:nvPr>
            <p:custDataLst>
              <p:tags r:id="rId8"/>
            </p:custDataLst>
            <p:extLst>
              <p:ext uri="{D42A27DB-BD31-4B8C-83A1-F6EECF244321}">
                <p14:modId xmlns:p14="http://schemas.microsoft.com/office/powerpoint/2010/main" val="2709863403"/>
              </p:ext>
            </p:extLst>
          </p:nvPr>
        </p:nvGraphicFramePr>
        <p:xfrm>
          <a:off x="4595813" y="4645025"/>
          <a:ext cx="1506537" cy="1666875"/>
        </p:xfrm>
        <a:graphic>
          <a:graphicData uri="http://schemas.openxmlformats.org/drawingml/2006/chart">
            <c:chart xmlns:c="http://schemas.openxmlformats.org/drawingml/2006/chart" xmlns:r="http://schemas.openxmlformats.org/officeDocument/2006/relationships" r:id="rId25"/>
          </a:graphicData>
        </a:graphic>
      </p:graphicFrame>
      <p:cxnSp>
        <p:nvCxnSpPr>
          <p:cNvPr id="364" name="Straight Connector 363">
            <a:extLst>
              <a:ext uri="{FF2B5EF4-FFF2-40B4-BE49-F238E27FC236}">
                <a16:creationId xmlns:a16="http://schemas.microsoft.com/office/drawing/2014/main" id="{7C76EC7A-9197-0801-7DF0-839EFE957EE3}"/>
              </a:ext>
            </a:extLst>
          </p:cNvPr>
          <p:cNvCxnSpPr/>
          <p:nvPr>
            <p:custDataLst>
              <p:tags r:id="rId9"/>
            </p:custDataLst>
          </p:nvPr>
        </p:nvCxnSpPr>
        <p:spPr bwMode="gray">
          <a:xfrm flipV="1">
            <a:off x="4845050" y="4446588"/>
            <a:ext cx="1006475" cy="331788"/>
          </a:xfrm>
          <a:prstGeom prst="line">
            <a:avLst/>
          </a:prstGeom>
          <a:ln w="28575" cap="flat" cmpd="sng" algn="ctr">
            <a:solidFill>
              <a:srgbClr val="6F8DB9"/>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67" name="Rectangle 166">
            <a:extLst>
              <a:ext uri="{FF2B5EF4-FFF2-40B4-BE49-F238E27FC236}">
                <a16:creationId xmlns:a16="http://schemas.microsoft.com/office/drawing/2014/main" id="{A4D5680E-BF77-B87D-1AA6-25C814D041E5}"/>
              </a:ext>
            </a:extLst>
          </p:cNvPr>
          <p:cNvSpPr/>
          <p:nvPr>
            <p:custDataLst>
              <p:tags r:id="rId10"/>
            </p:custDataLst>
          </p:nvPr>
        </p:nvSpPr>
        <p:spPr bwMode="auto">
          <a:xfrm>
            <a:off x="4724400" y="6159500"/>
            <a:ext cx="241300" cy="1222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pPr>
            <a:fld id="{E868D116-90A1-494B-948A-8CF29F6ED5E1}" type="datetime'''''''''''''''2''''''''''0''''''2''''3'''''">
              <a:rPr lang="en-US" altLang="en-US" sz="800" smtClean="0">
                <a:solidFill>
                  <a:schemeClr val="tx1"/>
                </a:solidFill>
              </a:rPr>
              <a:pPr/>
              <a:t>2023</a:t>
            </a:fld>
            <a:endParaRPr lang="en-US" sz="800" dirty="0">
              <a:solidFill>
                <a:schemeClr val="tx1"/>
              </a:solidFill>
            </a:endParaRPr>
          </a:p>
        </p:txBody>
      </p:sp>
      <p:sp>
        <p:nvSpPr>
          <p:cNvPr id="169" name="Rectangle 168">
            <a:extLst>
              <a:ext uri="{FF2B5EF4-FFF2-40B4-BE49-F238E27FC236}">
                <a16:creationId xmlns:a16="http://schemas.microsoft.com/office/drawing/2014/main" id="{0BBCF396-8E8C-3950-8B9E-FB402FAD397F}"/>
              </a:ext>
            </a:extLst>
          </p:cNvPr>
          <p:cNvSpPr/>
          <p:nvPr>
            <p:custDataLst>
              <p:tags r:id="rId11"/>
            </p:custDataLst>
          </p:nvPr>
        </p:nvSpPr>
        <p:spPr bwMode="auto">
          <a:xfrm>
            <a:off x="5060950" y="6159500"/>
            <a:ext cx="241300" cy="1222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pPr>
            <a:fld id="{F0565D36-D5AC-4AA8-B216-932685BFFA75}" type="datetime'''''''''''''2''''02''''''''''''''''''''''''''''4'''''">
              <a:rPr lang="en-US" altLang="en-US" sz="800" smtClean="0">
                <a:solidFill>
                  <a:schemeClr val="tx1"/>
                </a:solidFill>
              </a:rPr>
              <a:pPr/>
              <a:t>2024</a:t>
            </a:fld>
            <a:endParaRPr lang="en-US" sz="800" dirty="0">
              <a:solidFill>
                <a:schemeClr val="tx1"/>
              </a:solidFill>
            </a:endParaRPr>
          </a:p>
        </p:txBody>
      </p:sp>
      <p:sp>
        <p:nvSpPr>
          <p:cNvPr id="170" name="Rectangle 169">
            <a:extLst>
              <a:ext uri="{FF2B5EF4-FFF2-40B4-BE49-F238E27FC236}">
                <a16:creationId xmlns:a16="http://schemas.microsoft.com/office/drawing/2014/main" id="{5258D0FA-D49B-D5A4-AB05-AEF0FF7D7161}"/>
              </a:ext>
            </a:extLst>
          </p:cNvPr>
          <p:cNvSpPr/>
          <p:nvPr>
            <p:custDataLst>
              <p:tags r:id="rId12"/>
            </p:custDataLst>
          </p:nvPr>
        </p:nvSpPr>
        <p:spPr bwMode="auto">
          <a:xfrm>
            <a:off x="5395913" y="6159500"/>
            <a:ext cx="241300" cy="1222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pPr>
            <a:fld id="{7BEF5CB7-4734-446F-9E67-2DA1976471D6}" type="datetime'2''''0''''2''''''''''''''''''5'''''''''''''''">
              <a:rPr lang="en-US" altLang="en-US" sz="800" smtClean="0">
                <a:solidFill>
                  <a:schemeClr val="tx1"/>
                </a:solidFill>
              </a:rPr>
              <a:pPr/>
              <a:t>2025</a:t>
            </a:fld>
            <a:endParaRPr lang="en-US" sz="800" dirty="0">
              <a:solidFill>
                <a:schemeClr val="tx1"/>
              </a:solidFill>
            </a:endParaRPr>
          </a:p>
        </p:txBody>
      </p:sp>
      <p:sp>
        <p:nvSpPr>
          <p:cNvPr id="182" name="Rectangle 181">
            <a:extLst>
              <a:ext uri="{FF2B5EF4-FFF2-40B4-BE49-F238E27FC236}">
                <a16:creationId xmlns:a16="http://schemas.microsoft.com/office/drawing/2014/main" id="{8005156A-BEE1-68CF-9B37-32FA6B00F50B}"/>
              </a:ext>
            </a:extLst>
          </p:cNvPr>
          <p:cNvSpPr/>
          <p:nvPr>
            <p:custDataLst>
              <p:tags r:id="rId13"/>
            </p:custDataLst>
          </p:nvPr>
        </p:nvSpPr>
        <p:spPr bwMode="auto">
          <a:xfrm>
            <a:off x="5730875" y="6159500"/>
            <a:ext cx="241300" cy="1222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pPr>
            <a:fld id="{7EBD98C1-9788-41E9-9034-8396E8259273}" type="datetime'''''''''''''''''''2''''''''''026'''''''">
              <a:rPr lang="en-US" altLang="en-US" sz="800" smtClean="0">
                <a:solidFill>
                  <a:schemeClr val="tx1"/>
                </a:solidFill>
              </a:rPr>
              <a:pPr/>
              <a:t>2026</a:t>
            </a:fld>
            <a:endParaRPr lang="en-US" sz="800" dirty="0">
              <a:solidFill>
                <a:schemeClr val="tx1"/>
              </a:solidFill>
            </a:endParaRPr>
          </a:p>
        </p:txBody>
      </p:sp>
      <p:sp>
        <p:nvSpPr>
          <p:cNvPr id="171" name="Rectangle 170">
            <a:extLst>
              <a:ext uri="{FF2B5EF4-FFF2-40B4-BE49-F238E27FC236}">
                <a16:creationId xmlns:a16="http://schemas.microsoft.com/office/drawing/2014/main" id="{072BE03F-FFC7-DCBC-E6FD-78ED18BBA24D}"/>
              </a:ext>
            </a:extLst>
          </p:cNvPr>
          <p:cNvSpPr/>
          <p:nvPr>
            <p:custDataLst>
              <p:tags r:id="rId14"/>
            </p:custDataLst>
          </p:nvPr>
        </p:nvSpPr>
        <p:spPr bwMode="auto">
          <a:xfrm>
            <a:off x="3929062" y="5251450"/>
            <a:ext cx="679450" cy="1222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pPr>
            <a:r>
              <a:rPr lang="en-US" altLang="en-US" sz="800" dirty="0">
                <a:solidFill>
                  <a:schemeClr val="tx1"/>
                </a:solidFill>
              </a:rPr>
              <a:t>Enterprise BB</a:t>
            </a:r>
            <a:endParaRPr lang="en-US" sz="800" dirty="0">
              <a:solidFill>
                <a:schemeClr val="tx1"/>
              </a:solidFill>
            </a:endParaRPr>
          </a:p>
        </p:txBody>
      </p:sp>
      <p:sp>
        <p:nvSpPr>
          <p:cNvPr id="172" name="Rectangle 171">
            <a:extLst>
              <a:ext uri="{FF2B5EF4-FFF2-40B4-BE49-F238E27FC236}">
                <a16:creationId xmlns:a16="http://schemas.microsoft.com/office/drawing/2014/main" id="{15FDC8C0-F096-39EA-B5E6-A1A42C51B9B5}"/>
              </a:ext>
            </a:extLst>
          </p:cNvPr>
          <p:cNvSpPr/>
          <p:nvPr>
            <p:custDataLst>
              <p:tags r:id="rId15"/>
            </p:custDataLst>
          </p:nvPr>
        </p:nvSpPr>
        <p:spPr bwMode="auto">
          <a:xfrm>
            <a:off x="3625850" y="5732463"/>
            <a:ext cx="982663" cy="1222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pPr>
            <a:r>
              <a:rPr lang="en-US" altLang="en-US" sz="800" dirty="0">
                <a:solidFill>
                  <a:srgbClr val="000000"/>
                </a:solidFill>
              </a:rPr>
              <a:t>Service Provider BB</a:t>
            </a:r>
            <a:endParaRPr lang="en-US" sz="800" dirty="0">
              <a:solidFill>
                <a:srgbClr val="000000"/>
              </a:solidFill>
            </a:endParaRPr>
          </a:p>
        </p:txBody>
      </p:sp>
      <p:sp>
        <p:nvSpPr>
          <p:cNvPr id="174" name="Rectangle 173">
            <a:extLst>
              <a:ext uri="{FF2B5EF4-FFF2-40B4-BE49-F238E27FC236}">
                <a16:creationId xmlns:a16="http://schemas.microsoft.com/office/drawing/2014/main" id="{E650F581-F160-F73C-AA21-5A4C055F85E2}"/>
              </a:ext>
            </a:extLst>
          </p:cNvPr>
          <p:cNvSpPr/>
          <p:nvPr>
            <p:custDataLst>
              <p:tags r:id="rId16"/>
            </p:custDataLst>
          </p:nvPr>
        </p:nvSpPr>
        <p:spPr bwMode="gray">
          <a:xfrm>
            <a:off x="4773613" y="5027613"/>
            <a:ext cx="142875" cy="1095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14288" tIns="0" rIns="14288" bIns="0" rtlCol="0" anchor="b"/>
          <a:lstStyle/>
          <a:p>
            <a:pPr>
              <a:lnSpc>
                <a:spcPct val="90000"/>
              </a:lnSpc>
              <a:spcBef>
                <a:spcPct val="0"/>
              </a:spcBef>
            </a:pPr>
            <a:fld id="{650E282E-FCEC-4328-9153-B96E139C4D22}" type="datetime'''''''''''''''''''''''''''''''4''''''''''''''''''''''''''5'''">
              <a:rPr lang="en-US" altLang="en-US" sz="800" smtClean="0">
                <a:solidFill>
                  <a:schemeClr val="tx1"/>
                </a:solidFill>
              </a:rPr>
              <a:pPr/>
              <a:t>45</a:t>
            </a:fld>
            <a:endParaRPr lang="en-US" sz="800" dirty="0">
              <a:solidFill>
                <a:schemeClr val="tx1"/>
              </a:solidFill>
            </a:endParaRPr>
          </a:p>
        </p:txBody>
      </p:sp>
      <p:sp>
        <p:nvSpPr>
          <p:cNvPr id="175" name="Rectangle 174">
            <a:extLst>
              <a:ext uri="{FF2B5EF4-FFF2-40B4-BE49-F238E27FC236}">
                <a16:creationId xmlns:a16="http://schemas.microsoft.com/office/drawing/2014/main" id="{3CB99E57-DA24-DC8A-0202-AFCA9F7247EA}"/>
              </a:ext>
            </a:extLst>
          </p:cNvPr>
          <p:cNvSpPr/>
          <p:nvPr>
            <p:custDataLst>
              <p:tags r:id="rId17"/>
            </p:custDataLst>
          </p:nvPr>
        </p:nvSpPr>
        <p:spPr bwMode="gray">
          <a:xfrm>
            <a:off x="5110163" y="4881563"/>
            <a:ext cx="142875" cy="1095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14288" tIns="0" rIns="14288" bIns="0" rtlCol="0" anchor="b"/>
          <a:lstStyle/>
          <a:p>
            <a:pPr>
              <a:lnSpc>
                <a:spcPct val="90000"/>
              </a:lnSpc>
              <a:spcBef>
                <a:spcPct val="0"/>
              </a:spcBef>
            </a:pPr>
            <a:fld id="{D4D92A6F-07F9-483A-94D6-CCA2443A15F7}" type="datetime'''''''''''''''''5''''''2'''''''''''''''''''''''''">
              <a:rPr lang="en-US" altLang="en-US" sz="800" smtClean="0">
                <a:solidFill>
                  <a:schemeClr val="tx1"/>
                </a:solidFill>
              </a:rPr>
              <a:pPr/>
              <a:t>52</a:t>
            </a:fld>
            <a:endParaRPr lang="en-US" sz="800" dirty="0">
              <a:solidFill>
                <a:schemeClr val="tx1"/>
              </a:solidFill>
            </a:endParaRPr>
          </a:p>
        </p:txBody>
      </p:sp>
      <p:sp>
        <p:nvSpPr>
          <p:cNvPr id="176" name="Rectangle 175">
            <a:extLst>
              <a:ext uri="{FF2B5EF4-FFF2-40B4-BE49-F238E27FC236}">
                <a16:creationId xmlns:a16="http://schemas.microsoft.com/office/drawing/2014/main" id="{16EE529E-2C1C-52DE-7484-53837B9C78C4}"/>
              </a:ext>
            </a:extLst>
          </p:cNvPr>
          <p:cNvSpPr/>
          <p:nvPr>
            <p:custDataLst>
              <p:tags r:id="rId18"/>
            </p:custDataLst>
          </p:nvPr>
        </p:nvSpPr>
        <p:spPr bwMode="gray">
          <a:xfrm>
            <a:off x="5445125" y="4800600"/>
            <a:ext cx="142875" cy="1095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14288" tIns="0" rIns="14288" bIns="0" rtlCol="0" anchor="b"/>
          <a:lstStyle/>
          <a:p>
            <a:pPr>
              <a:lnSpc>
                <a:spcPct val="90000"/>
              </a:lnSpc>
              <a:spcBef>
                <a:spcPct val="0"/>
              </a:spcBef>
            </a:pPr>
            <a:fld id="{69A4DE9F-D4E8-48E0-A699-E73DBC2F609C}" type="datetime'''''''''''''''''''''''''''''''''''''56'''''''''''''''">
              <a:rPr lang="en-US" altLang="en-US" sz="800" smtClean="0">
                <a:solidFill>
                  <a:schemeClr val="tx1"/>
                </a:solidFill>
              </a:rPr>
              <a:pPr/>
              <a:t>56</a:t>
            </a:fld>
            <a:endParaRPr lang="en-US" sz="800" dirty="0">
              <a:solidFill>
                <a:schemeClr val="tx1"/>
              </a:solidFill>
            </a:endParaRPr>
          </a:p>
        </p:txBody>
      </p:sp>
      <p:sp>
        <p:nvSpPr>
          <p:cNvPr id="201" name="Rectangle 200">
            <a:extLst>
              <a:ext uri="{FF2B5EF4-FFF2-40B4-BE49-F238E27FC236}">
                <a16:creationId xmlns:a16="http://schemas.microsoft.com/office/drawing/2014/main" id="{D91978EE-18DF-0669-F3B2-A7800D5263CA}"/>
              </a:ext>
            </a:extLst>
          </p:cNvPr>
          <p:cNvSpPr/>
          <p:nvPr>
            <p:custDataLst>
              <p:tags r:id="rId19"/>
            </p:custDataLst>
          </p:nvPr>
        </p:nvSpPr>
        <p:spPr bwMode="gray">
          <a:xfrm>
            <a:off x="5780088" y="4695825"/>
            <a:ext cx="142875" cy="109538"/>
          </a:xfrm>
          <a:prstGeom prst="rect">
            <a:avLst/>
          </a:prstGeom>
          <a:noFill/>
          <a:ln w="12700" cap="flat" cmpd="sng" algn="ctr">
            <a:no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14288" tIns="0" rIns="14288" bIns="0" rtlCol="0" anchor="b"/>
          <a:lstStyle/>
          <a:p>
            <a:pPr>
              <a:lnSpc>
                <a:spcPct val="90000"/>
              </a:lnSpc>
              <a:spcBef>
                <a:spcPct val="0"/>
              </a:spcBef>
            </a:pPr>
            <a:fld id="{9704369E-14A5-4D06-9D69-D8F272E30F13}" type="datetime'6''''''''''''''''''''''''''''''''''''''''''''1'''''">
              <a:rPr lang="en-US" altLang="en-US" sz="800" smtClean="0">
                <a:solidFill>
                  <a:schemeClr val="tx1"/>
                </a:solidFill>
                <a:effectLst/>
              </a:rPr>
              <a:pPr>
                <a:lnSpc>
                  <a:spcPct val="90000"/>
                </a:lnSpc>
                <a:spcBef>
                  <a:spcPct val="0"/>
                </a:spcBef>
              </a:pPr>
              <a:t>61</a:t>
            </a:fld>
            <a:endParaRPr lang="en-US" sz="800" dirty="0">
              <a:solidFill>
                <a:schemeClr val="tx1"/>
              </a:solidFill>
            </a:endParaRPr>
          </a:p>
        </p:txBody>
      </p:sp>
      <p:sp>
        <p:nvSpPr>
          <p:cNvPr id="362" name="Oval 361">
            <a:extLst>
              <a:ext uri="{FF2B5EF4-FFF2-40B4-BE49-F238E27FC236}">
                <a16:creationId xmlns:a16="http://schemas.microsoft.com/office/drawing/2014/main" id="{33A97E52-9EBD-F34D-0E28-8FE1D34D76B0}"/>
              </a:ext>
            </a:extLst>
          </p:cNvPr>
          <p:cNvSpPr/>
          <p:nvPr>
            <p:custDataLst>
              <p:tags r:id="rId20"/>
            </p:custDataLst>
          </p:nvPr>
        </p:nvSpPr>
        <p:spPr bwMode="auto">
          <a:xfrm>
            <a:off x="5162550" y="4525963"/>
            <a:ext cx="373063" cy="173038"/>
          </a:xfrm>
          <a:prstGeom prst="ellipse">
            <a:avLst/>
          </a:prstGeom>
          <a:solidFill>
            <a:schemeClr val="bg1"/>
          </a:solidFill>
          <a:ln w="9525" cap="flat" cmpd="sng" algn="ctr">
            <a:solidFill>
              <a:srgbClr val="6F8DB9"/>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pPr>
            <a:fld id="{D9ACFCA5-19F4-4C58-B240-91E9F3A5535B}" type="datetime'''''''''+1''''''''0''%'''''''''''''">
              <a:rPr lang="en-US" altLang="en-US" sz="800" b="0" smtClean="0">
                <a:solidFill>
                  <a:schemeClr val="tx1"/>
                </a:solidFill>
                <a:effectLst/>
              </a:rPr>
              <a:pPr>
                <a:spcBef>
                  <a:spcPct val="0"/>
                </a:spcBef>
              </a:pPr>
              <a:t>+10%</a:t>
            </a:fld>
            <a:endParaRPr lang="en-US" sz="800" b="0" dirty="0">
              <a:solidFill>
                <a:schemeClr val="tx1"/>
              </a:solidFill>
            </a:endParaRPr>
          </a:p>
        </p:txBody>
      </p:sp>
      <p:sp>
        <p:nvSpPr>
          <p:cNvPr id="380" name="TextBox 379">
            <a:extLst>
              <a:ext uri="{FF2B5EF4-FFF2-40B4-BE49-F238E27FC236}">
                <a16:creationId xmlns:a16="http://schemas.microsoft.com/office/drawing/2014/main" id="{60F8974C-236E-DD48-A719-5EFB5471FB4E}"/>
              </a:ext>
            </a:extLst>
          </p:cNvPr>
          <p:cNvSpPr txBox="1"/>
          <p:nvPr/>
        </p:nvSpPr>
        <p:spPr>
          <a:xfrm>
            <a:off x="10268254" y="2382168"/>
            <a:ext cx="1201737" cy="184666"/>
          </a:xfrm>
          <a:prstGeom prst="rect">
            <a:avLst/>
          </a:prstGeom>
          <a:noFill/>
        </p:spPr>
        <p:txBody>
          <a:bodyPr wrap="square" rtlCol="0">
            <a:spAutoFit/>
          </a:bodyPr>
          <a:lstStyle/>
          <a:p>
            <a:pPr>
              <a:spcBef>
                <a:spcPts val="600"/>
              </a:spcBef>
            </a:pPr>
            <a:r>
              <a:rPr lang="en-US" sz="600" u="sng" dirty="0"/>
              <a:t>Completeness of offering</a:t>
            </a:r>
          </a:p>
        </p:txBody>
      </p:sp>
      <p:sp>
        <p:nvSpPr>
          <p:cNvPr id="381" name="TextBox 380">
            <a:extLst>
              <a:ext uri="{FF2B5EF4-FFF2-40B4-BE49-F238E27FC236}">
                <a16:creationId xmlns:a16="http://schemas.microsoft.com/office/drawing/2014/main" id="{909724FA-8651-C872-255D-81DF16607B40}"/>
              </a:ext>
            </a:extLst>
          </p:cNvPr>
          <p:cNvSpPr txBox="1"/>
          <p:nvPr/>
        </p:nvSpPr>
        <p:spPr>
          <a:xfrm>
            <a:off x="10255250" y="1248781"/>
            <a:ext cx="1397000" cy="184666"/>
          </a:xfrm>
          <a:prstGeom prst="rect">
            <a:avLst/>
          </a:prstGeom>
          <a:noFill/>
        </p:spPr>
        <p:txBody>
          <a:bodyPr wrap="square" rtlCol="0">
            <a:spAutoFit/>
          </a:bodyPr>
          <a:lstStyle/>
          <a:p>
            <a:pPr>
              <a:spcBef>
                <a:spcPts val="600"/>
              </a:spcBef>
            </a:pPr>
            <a:r>
              <a:rPr lang="en-US" sz="600" u="sng" dirty="0"/>
              <a:t>Market Presence and Execution</a:t>
            </a:r>
          </a:p>
        </p:txBody>
      </p:sp>
      <p:sp>
        <p:nvSpPr>
          <p:cNvPr id="382" name="TextBox 381">
            <a:extLst>
              <a:ext uri="{FF2B5EF4-FFF2-40B4-BE49-F238E27FC236}">
                <a16:creationId xmlns:a16="http://schemas.microsoft.com/office/drawing/2014/main" id="{6C2C8B0D-C255-05E9-9783-E7931D1A2242}"/>
              </a:ext>
            </a:extLst>
          </p:cNvPr>
          <p:cNvSpPr txBox="1"/>
          <p:nvPr/>
        </p:nvSpPr>
        <p:spPr>
          <a:xfrm>
            <a:off x="11069637" y="1425040"/>
            <a:ext cx="1201737" cy="184666"/>
          </a:xfrm>
          <a:prstGeom prst="rect">
            <a:avLst/>
          </a:prstGeom>
          <a:noFill/>
        </p:spPr>
        <p:txBody>
          <a:bodyPr wrap="square" rtlCol="0">
            <a:spAutoFit/>
          </a:bodyPr>
          <a:lstStyle/>
          <a:p>
            <a:pPr>
              <a:spcBef>
                <a:spcPts val="600"/>
              </a:spcBef>
            </a:pPr>
            <a:r>
              <a:rPr lang="en-US" sz="600" u="sng" dirty="0"/>
              <a:t>Leaders</a:t>
            </a:r>
          </a:p>
        </p:txBody>
      </p:sp>
      <p:sp>
        <p:nvSpPr>
          <p:cNvPr id="385" name="TextBox 384">
            <a:extLst>
              <a:ext uri="{FF2B5EF4-FFF2-40B4-BE49-F238E27FC236}">
                <a16:creationId xmlns:a16="http://schemas.microsoft.com/office/drawing/2014/main" id="{7C758000-9A5D-1A16-57C6-3A9A288AD782}"/>
              </a:ext>
            </a:extLst>
          </p:cNvPr>
          <p:cNvSpPr txBox="1"/>
          <p:nvPr/>
        </p:nvSpPr>
        <p:spPr>
          <a:xfrm>
            <a:off x="9636126" y="1431320"/>
            <a:ext cx="1201737" cy="184666"/>
          </a:xfrm>
          <a:prstGeom prst="rect">
            <a:avLst/>
          </a:prstGeom>
          <a:noFill/>
        </p:spPr>
        <p:txBody>
          <a:bodyPr wrap="square" rtlCol="0">
            <a:spAutoFit/>
          </a:bodyPr>
          <a:lstStyle/>
          <a:p>
            <a:pPr>
              <a:spcBef>
                <a:spcPts val="600"/>
              </a:spcBef>
            </a:pPr>
            <a:r>
              <a:rPr lang="en-US" sz="600" u="sng" dirty="0"/>
              <a:t>Challengers</a:t>
            </a:r>
          </a:p>
        </p:txBody>
      </p:sp>
      <p:sp>
        <p:nvSpPr>
          <p:cNvPr id="386" name="TextBox 385">
            <a:extLst>
              <a:ext uri="{FF2B5EF4-FFF2-40B4-BE49-F238E27FC236}">
                <a16:creationId xmlns:a16="http://schemas.microsoft.com/office/drawing/2014/main" id="{C734B06B-7857-755B-2E77-7B3E9CD69C29}"/>
              </a:ext>
            </a:extLst>
          </p:cNvPr>
          <p:cNvSpPr txBox="1"/>
          <p:nvPr/>
        </p:nvSpPr>
        <p:spPr>
          <a:xfrm>
            <a:off x="9636125" y="3192447"/>
            <a:ext cx="1201737" cy="184666"/>
          </a:xfrm>
          <a:prstGeom prst="rect">
            <a:avLst/>
          </a:prstGeom>
          <a:noFill/>
        </p:spPr>
        <p:txBody>
          <a:bodyPr wrap="square" rtlCol="0">
            <a:spAutoFit/>
          </a:bodyPr>
          <a:lstStyle/>
          <a:p>
            <a:pPr>
              <a:spcBef>
                <a:spcPts val="600"/>
              </a:spcBef>
            </a:pPr>
            <a:r>
              <a:rPr lang="en-US" sz="600" u="sng" dirty="0"/>
              <a:t>Niche</a:t>
            </a:r>
          </a:p>
        </p:txBody>
      </p:sp>
      <p:sp>
        <p:nvSpPr>
          <p:cNvPr id="387" name="TextBox 386">
            <a:extLst>
              <a:ext uri="{FF2B5EF4-FFF2-40B4-BE49-F238E27FC236}">
                <a16:creationId xmlns:a16="http://schemas.microsoft.com/office/drawing/2014/main" id="{5E24FB44-3DD1-C501-0B20-FD9E139376FA}"/>
              </a:ext>
            </a:extLst>
          </p:cNvPr>
          <p:cNvSpPr txBox="1"/>
          <p:nvPr/>
        </p:nvSpPr>
        <p:spPr>
          <a:xfrm>
            <a:off x="10990263" y="3235994"/>
            <a:ext cx="1201737" cy="184666"/>
          </a:xfrm>
          <a:prstGeom prst="rect">
            <a:avLst/>
          </a:prstGeom>
          <a:noFill/>
        </p:spPr>
        <p:txBody>
          <a:bodyPr wrap="square" rtlCol="0">
            <a:spAutoFit/>
          </a:bodyPr>
          <a:lstStyle/>
          <a:p>
            <a:pPr>
              <a:spcBef>
                <a:spcPts val="600"/>
              </a:spcBef>
            </a:pPr>
            <a:r>
              <a:rPr lang="en-US" sz="600" u="sng" dirty="0"/>
              <a:t>Visionaries</a:t>
            </a:r>
          </a:p>
        </p:txBody>
      </p:sp>
      <p:sp>
        <p:nvSpPr>
          <p:cNvPr id="390" name="TextBox 389">
            <a:extLst>
              <a:ext uri="{FF2B5EF4-FFF2-40B4-BE49-F238E27FC236}">
                <a16:creationId xmlns:a16="http://schemas.microsoft.com/office/drawing/2014/main" id="{6CA413FB-00D0-84C2-96C6-29FE8C254EB0}"/>
              </a:ext>
            </a:extLst>
          </p:cNvPr>
          <p:cNvSpPr txBox="1"/>
          <p:nvPr/>
        </p:nvSpPr>
        <p:spPr>
          <a:xfrm>
            <a:off x="11222037" y="1577440"/>
            <a:ext cx="1201737" cy="184666"/>
          </a:xfrm>
          <a:prstGeom prst="rect">
            <a:avLst/>
          </a:prstGeom>
          <a:noFill/>
        </p:spPr>
        <p:txBody>
          <a:bodyPr wrap="square" rtlCol="0">
            <a:spAutoFit/>
          </a:bodyPr>
          <a:lstStyle/>
          <a:p>
            <a:pPr>
              <a:spcBef>
                <a:spcPts val="600"/>
              </a:spcBef>
            </a:pPr>
            <a:r>
              <a:rPr lang="en-US" sz="600" b="0" dirty="0"/>
              <a:t>AT&amp;T</a:t>
            </a:r>
          </a:p>
        </p:txBody>
      </p:sp>
      <p:sp>
        <p:nvSpPr>
          <p:cNvPr id="391" name="TextBox 390">
            <a:extLst>
              <a:ext uri="{FF2B5EF4-FFF2-40B4-BE49-F238E27FC236}">
                <a16:creationId xmlns:a16="http://schemas.microsoft.com/office/drawing/2014/main" id="{5DC59AF4-8B25-171F-6438-A70783477C49}"/>
              </a:ext>
            </a:extLst>
          </p:cNvPr>
          <p:cNvSpPr txBox="1"/>
          <p:nvPr/>
        </p:nvSpPr>
        <p:spPr>
          <a:xfrm>
            <a:off x="11222036" y="1697939"/>
            <a:ext cx="1201737" cy="184666"/>
          </a:xfrm>
          <a:prstGeom prst="rect">
            <a:avLst/>
          </a:prstGeom>
          <a:noFill/>
        </p:spPr>
        <p:txBody>
          <a:bodyPr wrap="square" rtlCol="0">
            <a:spAutoFit/>
          </a:bodyPr>
          <a:lstStyle/>
          <a:p>
            <a:pPr>
              <a:spcBef>
                <a:spcPts val="600"/>
              </a:spcBef>
            </a:pPr>
            <a:r>
              <a:rPr lang="en-US" sz="600" b="0" dirty="0"/>
              <a:t>Verizon</a:t>
            </a:r>
          </a:p>
        </p:txBody>
      </p:sp>
      <p:sp>
        <p:nvSpPr>
          <p:cNvPr id="393" name="TextBox 392">
            <a:extLst>
              <a:ext uri="{FF2B5EF4-FFF2-40B4-BE49-F238E27FC236}">
                <a16:creationId xmlns:a16="http://schemas.microsoft.com/office/drawing/2014/main" id="{53C08156-E942-B00E-CCBD-E6D0DFC44730}"/>
              </a:ext>
            </a:extLst>
          </p:cNvPr>
          <p:cNvSpPr txBox="1"/>
          <p:nvPr/>
        </p:nvSpPr>
        <p:spPr>
          <a:xfrm>
            <a:off x="10907711" y="2059274"/>
            <a:ext cx="1201737" cy="184666"/>
          </a:xfrm>
          <a:prstGeom prst="rect">
            <a:avLst/>
          </a:prstGeom>
          <a:noFill/>
        </p:spPr>
        <p:txBody>
          <a:bodyPr wrap="square" rtlCol="0">
            <a:spAutoFit/>
          </a:bodyPr>
          <a:lstStyle/>
          <a:p>
            <a:pPr>
              <a:spcBef>
                <a:spcPts val="600"/>
              </a:spcBef>
            </a:pPr>
            <a:r>
              <a:rPr lang="en-US" sz="600" b="0" dirty="0"/>
              <a:t>Comcast</a:t>
            </a:r>
          </a:p>
        </p:txBody>
      </p:sp>
      <p:sp>
        <p:nvSpPr>
          <p:cNvPr id="394" name="TextBox 393">
            <a:extLst>
              <a:ext uri="{FF2B5EF4-FFF2-40B4-BE49-F238E27FC236}">
                <a16:creationId xmlns:a16="http://schemas.microsoft.com/office/drawing/2014/main" id="{C2A825F4-A10C-8490-55EB-3ABFD76B07D3}"/>
              </a:ext>
            </a:extLst>
          </p:cNvPr>
          <p:cNvSpPr txBox="1"/>
          <p:nvPr/>
        </p:nvSpPr>
        <p:spPr>
          <a:xfrm>
            <a:off x="11069637" y="1913907"/>
            <a:ext cx="1201737" cy="184666"/>
          </a:xfrm>
          <a:prstGeom prst="rect">
            <a:avLst/>
          </a:prstGeom>
          <a:noFill/>
        </p:spPr>
        <p:txBody>
          <a:bodyPr wrap="square" rtlCol="0">
            <a:spAutoFit/>
          </a:bodyPr>
          <a:lstStyle/>
          <a:p>
            <a:pPr>
              <a:spcBef>
                <a:spcPts val="600"/>
              </a:spcBef>
            </a:pPr>
            <a:r>
              <a:rPr lang="en-US" sz="600" b="0" dirty="0"/>
              <a:t>T-Mobile</a:t>
            </a:r>
          </a:p>
        </p:txBody>
      </p:sp>
      <p:sp>
        <p:nvSpPr>
          <p:cNvPr id="395" name="TextBox 394">
            <a:extLst>
              <a:ext uri="{FF2B5EF4-FFF2-40B4-BE49-F238E27FC236}">
                <a16:creationId xmlns:a16="http://schemas.microsoft.com/office/drawing/2014/main" id="{442A030B-E90D-57EA-CB46-46774346948E}"/>
              </a:ext>
            </a:extLst>
          </p:cNvPr>
          <p:cNvSpPr txBox="1"/>
          <p:nvPr/>
        </p:nvSpPr>
        <p:spPr>
          <a:xfrm>
            <a:off x="10745785" y="2224199"/>
            <a:ext cx="1201737" cy="184666"/>
          </a:xfrm>
          <a:prstGeom prst="rect">
            <a:avLst/>
          </a:prstGeom>
          <a:noFill/>
        </p:spPr>
        <p:txBody>
          <a:bodyPr wrap="square" rtlCol="0">
            <a:spAutoFit/>
          </a:bodyPr>
          <a:lstStyle/>
          <a:p>
            <a:pPr>
              <a:spcBef>
                <a:spcPts val="600"/>
              </a:spcBef>
            </a:pPr>
            <a:r>
              <a:rPr lang="en-US" sz="600" b="0" dirty="0"/>
              <a:t>Charter Comms</a:t>
            </a:r>
          </a:p>
        </p:txBody>
      </p:sp>
      <p:sp>
        <p:nvSpPr>
          <p:cNvPr id="396" name="TextBox 395">
            <a:extLst>
              <a:ext uri="{FF2B5EF4-FFF2-40B4-BE49-F238E27FC236}">
                <a16:creationId xmlns:a16="http://schemas.microsoft.com/office/drawing/2014/main" id="{C3D27525-3888-F20B-C5A2-D0898C55C79A}"/>
              </a:ext>
            </a:extLst>
          </p:cNvPr>
          <p:cNvSpPr txBox="1"/>
          <p:nvPr/>
        </p:nvSpPr>
        <p:spPr>
          <a:xfrm>
            <a:off x="9982989" y="1640548"/>
            <a:ext cx="1201737" cy="184666"/>
          </a:xfrm>
          <a:prstGeom prst="rect">
            <a:avLst/>
          </a:prstGeom>
          <a:noFill/>
        </p:spPr>
        <p:txBody>
          <a:bodyPr wrap="square" rtlCol="0">
            <a:spAutoFit/>
          </a:bodyPr>
          <a:lstStyle/>
          <a:p>
            <a:pPr>
              <a:spcBef>
                <a:spcPts val="600"/>
              </a:spcBef>
            </a:pPr>
            <a:r>
              <a:rPr lang="en-US" sz="600" b="0" dirty="0"/>
              <a:t>Altice USA</a:t>
            </a:r>
          </a:p>
        </p:txBody>
      </p:sp>
      <p:sp>
        <p:nvSpPr>
          <p:cNvPr id="397" name="TextBox 396">
            <a:extLst>
              <a:ext uri="{FF2B5EF4-FFF2-40B4-BE49-F238E27FC236}">
                <a16:creationId xmlns:a16="http://schemas.microsoft.com/office/drawing/2014/main" id="{1DC2D489-2D90-BFDF-A2D8-88D6A7135CB7}"/>
              </a:ext>
            </a:extLst>
          </p:cNvPr>
          <p:cNvSpPr txBox="1"/>
          <p:nvPr/>
        </p:nvSpPr>
        <p:spPr>
          <a:xfrm>
            <a:off x="9601991" y="1898552"/>
            <a:ext cx="1201737" cy="184666"/>
          </a:xfrm>
          <a:prstGeom prst="rect">
            <a:avLst/>
          </a:prstGeom>
          <a:noFill/>
        </p:spPr>
        <p:txBody>
          <a:bodyPr wrap="square" rtlCol="0">
            <a:spAutoFit/>
          </a:bodyPr>
          <a:lstStyle/>
          <a:p>
            <a:pPr>
              <a:spcBef>
                <a:spcPts val="600"/>
              </a:spcBef>
            </a:pPr>
            <a:r>
              <a:rPr lang="en-US" sz="600" b="0" dirty="0"/>
              <a:t>Windstream comms</a:t>
            </a:r>
          </a:p>
        </p:txBody>
      </p:sp>
      <p:sp>
        <p:nvSpPr>
          <p:cNvPr id="398" name="TextBox 397">
            <a:extLst>
              <a:ext uri="{FF2B5EF4-FFF2-40B4-BE49-F238E27FC236}">
                <a16:creationId xmlns:a16="http://schemas.microsoft.com/office/drawing/2014/main" id="{6AD2EE0A-59BA-5392-D4D7-29CB79392CB4}"/>
              </a:ext>
            </a:extLst>
          </p:cNvPr>
          <p:cNvSpPr txBox="1"/>
          <p:nvPr/>
        </p:nvSpPr>
        <p:spPr>
          <a:xfrm>
            <a:off x="10024888" y="2167910"/>
            <a:ext cx="1201737" cy="184666"/>
          </a:xfrm>
          <a:prstGeom prst="rect">
            <a:avLst/>
          </a:prstGeom>
          <a:noFill/>
        </p:spPr>
        <p:txBody>
          <a:bodyPr wrap="square" rtlCol="0">
            <a:spAutoFit/>
          </a:bodyPr>
          <a:lstStyle/>
          <a:p>
            <a:pPr>
              <a:spcBef>
                <a:spcPts val="600"/>
              </a:spcBef>
            </a:pPr>
            <a:r>
              <a:rPr lang="en-US" sz="600" b="0" dirty="0" err="1"/>
              <a:t>Shentel</a:t>
            </a:r>
            <a:endParaRPr lang="en-US" sz="600" b="0" dirty="0"/>
          </a:p>
        </p:txBody>
      </p:sp>
      <p:sp>
        <p:nvSpPr>
          <p:cNvPr id="399" name="TextBox 398">
            <a:extLst>
              <a:ext uri="{FF2B5EF4-FFF2-40B4-BE49-F238E27FC236}">
                <a16:creationId xmlns:a16="http://schemas.microsoft.com/office/drawing/2014/main" id="{F129A2E3-D8E4-60CC-61A5-65A00A21208E}"/>
              </a:ext>
            </a:extLst>
          </p:cNvPr>
          <p:cNvSpPr txBox="1"/>
          <p:nvPr/>
        </p:nvSpPr>
        <p:spPr>
          <a:xfrm>
            <a:off x="10625756" y="2727287"/>
            <a:ext cx="1201737" cy="184666"/>
          </a:xfrm>
          <a:prstGeom prst="rect">
            <a:avLst/>
          </a:prstGeom>
          <a:noFill/>
        </p:spPr>
        <p:txBody>
          <a:bodyPr wrap="square" rtlCol="0">
            <a:spAutoFit/>
          </a:bodyPr>
          <a:lstStyle/>
          <a:p>
            <a:pPr>
              <a:spcBef>
                <a:spcPts val="600"/>
              </a:spcBef>
            </a:pPr>
            <a:r>
              <a:rPr lang="en-US" sz="600" b="0" dirty="0"/>
              <a:t>Google Fiber</a:t>
            </a:r>
          </a:p>
        </p:txBody>
      </p:sp>
      <p:sp>
        <p:nvSpPr>
          <p:cNvPr id="401" name="TextBox 400">
            <a:extLst>
              <a:ext uri="{FF2B5EF4-FFF2-40B4-BE49-F238E27FC236}">
                <a16:creationId xmlns:a16="http://schemas.microsoft.com/office/drawing/2014/main" id="{98CF6727-10E7-330A-3371-3DBB608FAF3F}"/>
              </a:ext>
            </a:extLst>
          </p:cNvPr>
          <p:cNvSpPr txBox="1"/>
          <p:nvPr/>
        </p:nvSpPr>
        <p:spPr>
          <a:xfrm>
            <a:off x="11136551" y="2769273"/>
            <a:ext cx="1201737" cy="184666"/>
          </a:xfrm>
          <a:prstGeom prst="rect">
            <a:avLst/>
          </a:prstGeom>
          <a:noFill/>
        </p:spPr>
        <p:txBody>
          <a:bodyPr wrap="square" rtlCol="0">
            <a:spAutoFit/>
          </a:bodyPr>
          <a:lstStyle/>
          <a:p>
            <a:pPr>
              <a:spcBef>
                <a:spcPts val="600"/>
              </a:spcBef>
            </a:pPr>
            <a:r>
              <a:rPr lang="en-US" sz="600" b="0" dirty="0"/>
              <a:t>Ericsson</a:t>
            </a:r>
          </a:p>
        </p:txBody>
      </p:sp>
      <p:sp>
        <p:nvSpPr>
          <p:cNvPr id="402" name="TextBox 401">
            <a:extLst>
              <a:ext uri="{FF2B5EF4-FFF2-40B4-BE49-F238E27FC236}">
                <a16:creationId xmlns:a16="http://schemas.microsoft.com/office/drawing/2014/main" id="{162C08AA-AD0A-0261-EEC4-B22CF5A74618}"/>
              </a:ext>
            </a:extLst>
          </p:cNvPr>
          <p:cNvSpPr txBox="1"/>
          <p:nvPr/>
        </p:nvSpPr>
        <p:spPr>
          <a:xfrm>
            <a:off x="11176069" y="2548150"/>
            <a:ext cx="1201737" cy="184666"/>
          </a:xfrm>
          <a:prstGeom prst="rect">
            <a:avLst/>
          </a:prstGeom>
          <a:noFill/>
        </p:spPr>
        <p:txBody>
          <a:bodyPr wrap="square" rtlCol="0">
            <a:spAutoFit/>
          </a:bodyPr>
          <a:lstStyle/>
          <a:p>
            <a:pPr>
              <a:spcBef>
                <a:spcPts val="600"/>
              </a:spcBef>
            </a:pPr>
            <a:r>
              <a:rPr lang="en-US" sz="600" b="0" dirty="0"/>
              <a:t>Cisco</a:t>
            </a:r>
          </a:p>
        </p:txBody>
      </p:sp>
      <p:sp>
        <p:nvSpPr>
          <p:cNvPr id="403" name="TextBox 402">
            <a:extLst>
              <a:ext uri="{FF2B5EF4-FFF2-40B4-BE49-F238E27FC236}">
                <a16:creationId xmlns:a16="http://schemas.microsoft.com/office/drawing/2014/main" id="{AE82E712-51BA-8FB8-82C0-DB84D97C591E}"/>
              </a:ext>
            </a:extLst>
          </p:cNvPr>
          <p:cNvSpPr txBox="1"/>
          <p:nvPr/>
        </p:nvSpPr>
        <p:spPr>
          <a:xfrm>
            <a:off x="10833098" y="3014871"/>
            <a:ext cx="1201737" cy="184666"/>
          </a:xfrm>
          <a:prstGeom prst="rect">
            <a:avLst/>
          </a:prstGeom>
          <a:noFill/>
        </p:spPr>
        <p:txBody>
          <a:bodyPr wrap="square" rtlCol="0">
            <a:spAutoFit/>
          </a:bodyPr>
          <a:lstStyle/>
          <a:p>
            <a:pPr>
              <a:spcBef>
                <a:spcPts val="600"/>
              </a:spcBef>
            </a:pPr>
            <a:r>
              <a:rPr lang="en-US" sz="600" b="0" dirty="0"/>
              <a:t>Amazon (Project Kuiper)</a:t>
            </a:r>
          </a:p>
        </p:txBody>
      </p:sp>
      <p:sp>
        <p:nvSpPr>
          <p:cNvPr id="404" name="TextBox 403">
            <a:extLst>
              <a:ext uri="{FF2B5EF4-FFF2-40B4-BE49-F238E27FC236}">
                <a16:creationId xmlns:a16="http://schemas.microsoft.com/office/drawing/2014/main" id="{18679B53-6B81-9175-572A-8E4B9BF44AAA}"/>
              </a:ext>
            </a:extLst>
          </p:cNvPr>
          <p:cNvSpPr txBox="1"/>
          <p:nvPr/>
        </p:nvSpPr>
        <p:spPr>
          <a:xfrm>
            <a:off x="9526980" y="2571556"/>
            <a:ext cx="1201737" cy="184666"/>
          </a:xfrm>
          <a:prstGeom prst="rect">
            <a:avLst/>
          </a:prstGeom>
          <a:noFill/>
        </p:spPr>
        <p:txBody>
          <a:bodyPr wrap="square" rtlCol="0">
            <a:spAutoFit/>
          </a:bodyPr>
          <a:lstStyle/>
          <a:p>
            <a:pPr>
              <a:spcBef>
                <a:spcPts val="600"/>
              </a:spcBef>
            </a:pPr>
            <a:r>
              <a:rPr lang="en-US" sz="600" b="0" dirty="0"/>
              <a:t>CommScope</a:t>
            </a:r>
          </a:p>
        </p:txBody>
      </p:sp>
      <p:sp>
        <p:nvSpPr>
          <p:cNvPr id="405" name="TextBox 404">
            <a:extLst>
              <a:ext uri="{FF2B5EF4-FFF2-40B4-BE49-F238E27FC236}">
                <a16:creationId xmlns:a16="http://schemas.microsoft.com/office/drawing/2014/main" id="{5CC6E6CA-FF25-DA2F-4F3E-F2DD94531EED}"/>
              </a:ext>
            </a:extLst>
          </p:cNvPr>
          <p:cNvSpPr txBox="1"/>
          <p:nvPr/>
        </p:nvSpPr>
        <p:spPr>
          <a:xfrm>
            <a:off x="9894789" y="2704821"/>
            <a:ext cx="1201737" cy="184666"/>
          </a:xfrm>
          <a:prstGeom prst="rect">
            <a:avLst/>
          </a:prstGeom>
          <a:noFill/>
        </p:spPr>
        <p:txBody>
          <a:bodyPr wrap="square" rtlCol="0">
            <a:spAutoFit/>
          </a:bodyPr>
          <a:lstStyle/>
          <a:p>
            <a:pPr>
              <a:spcBef>
                <a:spcPts val="600"/>
              </a:spcBef>
            </a:pPr>
            <a:r>
              <a:rPr lang="en-US" sz="600" b="0" dirty="0"/>
              <a:t>Zayo Group</a:t>
            </a:r>
          </a:p>
        </p:txBody>
      </p:sp>
      <p:sp>
        <p:nvSpPr>
          <p:cNvPr id="406" name="TextBox 405">
            <a:extLst>
              <a:ext uri="{FF2B5EF4-FFF2-40B4-BE49-F238E27FC236}">
                <a16:creationId xmlns:a16="http://schemas.microsoft.com/office/drawing/2014/main" id="{4EFE2F39-94F3-21BF-594D-7942833B6F8B}"/>
              </a:ext>
            </a:extLst>
          </p:cNvPr>
          <p:cNvSpPr txBox="1"/>
          <p:nvPr/>
        </p:nvSpPr>
        <p:spPr>
          <a:xfrm>
            <a:off x="10114961" y="2877597"/>
            <a:ext cx="1201737" cy="184666"/>
          </a:xfrm>
          <a:prstGeom prst="rect">
            <a:avLst/>
          </a:prstGeom>
          <a:noFill/>
        </p:spPr>
        <p:txBody>
          <a:bodyPr wrap="square" rtlCol="0">
            <a:spAutoFit/>
          </a:bodyPr>
          <a:lstStyle/>
          <a:p>
            <a:pPr>
              <a:spcBef>
                <a:spcPts val="600"/>
              </a:spcBef>
            </a:pPr>
            <a:r>
              <a:rPr lang="en-US" sz="600" b="0" dirty="0"/>
              <a:t>GTT Comms</a:t>
            </a:r>
          </a:p>
        </p:txBody>
      </p:sp>
      <p:sp>
        <p:nvSpPr>
          <p:cNvPr id="407" name="TextBox 406">
            <a:extLst>
              <a:ext uri="{FF2B5EF4-FFF2-40B4-BE49-F238E27FC236}">
                <a16:creationId xmlns:a16="http://schemas.microsoft.com/office/drawing/2014/main" id="{4F37FD2A-22B5-CB59-9E3F-82E34B047692}"/>
              </a:ext>
            </a:extLst>
          </p:cNvPr>
          <p:cNvSpPr txBox="1"/>
          <p:nvPr/>
        </p:nvSpPr>
        <p:spPr>
          <a:xfrm>
            <a:off x="9984180" y="3028756"/>
            <a:ext cx="1201737" cy="184666"/>
          </a:xfrm>
          <a:prstGeom prst="rect">
            <a:avLst/>
          </a:prstGeom>
          <a:noFill/>
        </p:spPr>
        <p:txBody>
          <a:bodyPr wrap="square" rtlCol="0">
            <a:spAutoFit/>
          </a:bodyPr>
          <a:lstStyle/>
          <a:p>
            <a:pPr>
              <a:spcBef>
                <a:spcPts val="600"/>
              </a:spcBef>
            </a:pPr>
            <a:r>
              <a:rPr lang="en-US" sz="600" b="0" dirty="0" err="1"/>
              <a:t>GeoLinks</a:t>
            </a:r>
            <a:endParaRPr lang="en-US" sz="600" b="0" dirty="0"/>
          </a:p>
        </p:txBody>
      </p:sp>
      <p:cxnSp>
        <p:nvCxnSpPr>
          <p:cNvPr id="456" name="Straight Arrow Connector 455">
            <a:extLst>
              <a:ext uri="{FF2B5EF4-FFF2-40B4-BE49-F238E27FC236}">
                <a16:creationId xmlns:a16="http://schemas.microsoft.com/office/drawing/2014/main" id="{65ABB239-807C-E0E0-03CC-B3F942C49A41}"/>
              </a:ext>
            </a:extLst>
          </p:cNvPr>
          <p:cNvCxnSpPr>
            <a:cxnSpLocks/>
          </p:cNvCxnSpPr>
          <p:nvPr/>
        </p:nvCxnSpPr>
        <p:spPr>
          <a:xfrm>
            <a:off x="9894789" y="2408865"/>
            <a:ext cx="2075751"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BAC7FC97-DB0F-0653-5794-9F9B27275AC2}"/>
              </a:ext>
            </a:extLst>
          </p:cNvPr>
          <p:cNvCxnSpPr>
            <a:stCxn id="381" idx="2"/>
          </p:cNvCxnSpPr>
          <p:nvPr/>
        </p:nvCxnSpPr>
        <p:spPr>
          <a:xfrm flipH="1">
            <a:off x="10947400" y="1433447"/>
            <a:ext cx="6350" cy="1987213"/>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TextBox 459">
            <a:extLst>
              <a:ext uri="{FF2B5EF4-FFF2-40B4-BE49-F238E27FC236}">
                <a16:creationId xmlns:a16="http://schemas.microsoft.com/office/drawing/2014/main" id="{6816E3D1-313A-F23A-3AB8-6B741866AB18}"/>
              </a:ext>
            </a:extLst>
          </p:cNvPr>
          <p:cNvSpPr txBox="1"/>
          <p:nvPr/>
        </p:nvSpPr>
        <p:spPr>
          <a:xfrm>
            <a:off x="9810562" y="3361378"/>
            <a:ext cx="2381438" cy="307777"/>
          </a:xfrm>
          <a:prstGeom prst="rect">
            <a:avLst/>
          </a:prstGeom>
          <a:noFill/>
        </p:spPr>
        <p:txBody>
          <a:bodyPr wrap="square" rtlCol="0">
            <a:spAutoFit/>
          </a:bodyPr>
          <a:lstStyle/>
          <a:p>
            <a:pPr>
              <a:spcBef>
                <a:spcPts val="600"/>
              </a:spcBef>
            </a:pPr>
            <a:r>
              <a:rPr lang="en-US" sz="700" dirty="0"/>
              <a:t>Quadrant showing a sample of BB market landscape</a:t>
            </a:r>
          </a:p>
        </p:txBody>
      </p:sp>
      <p:sp>
        <p:nvSpPr>
          <p:cNvPr id="461" name="TextBox 460">
            <a:extLst>
              <a:ext uri="{FF2B5EF4-FFF2-40B4-BE49-F238E27FC236}">
                <a16:creationId xmlns:a16="http://schemas.microsoft.com/office/drawing/2014/main" id="{BA817818-7F0F-0BF7-6836-9B96D8A9FB3F}"/>
              </a:ext>
            </a:extLst>
          </p:cNvPr>
          <p:cNvSpPr txBox="1"/>
          <p:nvPr/>
        </p:nvSpPr>
        <p:spPr>
          <a:xfrm>
            <a:off x="9820105" y="2388239"/>
            <a:ext cx="577772" cy="200055"/>
          </a:xfrm>
          <a:prstGeom prst="rect">
            <a:avLst/>
          </a:prstGeom>
          <a:noFill/>
        </p:spPr>
        <p:txBody>
          <a:bodyPr wrap="square" rtlCol="0">
            <a:spAutoFit/>
          </a:bodyPr>
          <a:lstStyle/>
          <a:p>
            <a:pPr>
              <a:spcBef>
                <a:spcPts val="600"/>
              </a:spcBef>
            </a:pPr>
            <a:r>
              <a:rPr lang="en-US" sz="700" dirty="0"/>
              <a:t>Low</a:t>
            </a:r>
          </a:p>
        </p:txBody>
      </p:sp>
      <p:sp>
        <p:nvSpPr>
          <p:cNvPr id="462" name="TextBox 461">
            <a:extLst>
              <a:ext uri="{FF2B5EF4-FFF2-40B4-BE49-F238E27FC236}">
                <a16:creationId xmlns:a16="http://schemas.microsoft.com/office/drawing/2014/main" id="{857D3191-FE1F-20B9-FADA-196F4A6975AF}"/>
              </a:ext>
            </a:extLst>
          </p:cNvPr>
          <p:cNvSpPr txBox="1"/>
          <p:nvPr/>
        </p:nvSpPr>
        <p:spPr>
          <a:xfrm>
            <a:off x="11434905" y="2381362"/>
            <a:ext cx="577772" cy="200055"/>
          </a:xfrm>
          <a:prstGeom prst="rect">
            <a:avLst/>
          </a:prstGeom>
          <a:noFill/>
        </p:spPr>
        <p:txBody>
          <a:bodyPr wrap="square" rtlCol="0">
            <a:spAutoFit/>
          </a:bodyPr>
          <a:lstStyle/>
          <a:p>
            <a:pPr>
              <a:spcBef>
                <a:spcPts val="600"/>
              </a:spcBef>
            </a:pPr>
            <a:r>
              <a:rPr lang="en-US" sz="700" dirty="0"/>
              <a:t>High</a:t>
            </a:r>
          </a:p>
        </p:txBody>
      </p:sp>
      <p:sp>
        <p:nvSpPr>
          <p:cNvPr id="463" name="TextBox 462">
            <a:extLst>
              <a:ext uri="{FF2B5EF4-FFF2-40B4-BE49-F238E27FC236}">
                <a16:creationId xmlns:a16="http://schemas.microsoft.com/office/drawing/2014/main" id="{1DE42ED5-FFF3-45CA-5784-50F81BEB926C}"/>
              </a:ext>
            </a:extLst>
          </p:cNvPr>
          <p:cNvSpPr txBox="1"/>
          <p:nvPr/>
        </p:nvSpPr>
        <p:spPr>
          <a:xfrm>
            <a:off x="10817264" y="1422396"/>
            <a:ext cx="577772" cy="200055"/>
          </a:xfrm>
          <a:prstGeom prst="rect">
            <a:avLst/>
          </a:prstGeom>
          <a:noFill/>
        </p:spPr>
        <p:txBody>
          <a:bodyPr wrap="square" rtlCol="0">
            <a:spAutoFit/>
          </a:bodyPr>
          <a:lstStyle/>
          <a:p>
            <a:pPr>
              <a:spcBef>
                <a:spcPts val="600"/>
              </a:spcBef>
            </a:pPr>
            <a:r>
              <a:rPr lang="en-US" sz="700" dirty="0"/>
              <a:t>High</a:t>
            </a:r>
          </a:p>
        </p:txBody>
      </p:sp>
      <p:sp>
        <p:nvSpPr>
          <p:cNvPr id="464" name="TextBox 463">
            <a:extLst>
              <a:ext uri="{FF2B5EF4-FFF2-40B4-BE49-F238E27FC236}">
                <a16:creationId xmlns:a16="http://schemas.microsoft.com/office/drawing/2014/main" id="{8FBF4B46-6E5A-230B-B9C0-BDDF34F0821E}"/>
              </a:ext>
            </a:extLst>
          </p:cNvPr>
          <p:cNvSpPr txBox="1"/>
          <p:nvPr/>
        </p:nvSpPr>
        <p:spPr>
          <a:xfrm>
            <a:off x="10780751" y="3213185"/>
            <a:ext cx="577772" cy="200055"/>
          </a:xfrm>
          <a:prstGeom prst="rect">
            <a:avLst/>
          </a:prstGeom>
          <a:noFill/>
        </p:spPr>
        <p:txBody>
          <a:bodyPr wrap="square" rtlCol="0">
            <a:spAutoFit/>
          </a:bodyPr>
          <a:lstStyle/>
          <a:p>
            <a:pPr>
              <a:spcBef>
                <a:spcPts val="600"/>
              </a:spcBef>
            </a:pPr>
            <a:r>
              <a:rPr lang="en-US" sz="700" dirty="0"/>
              <a:t>Low</a:t>
            </a:r>
          </a:p>
        </p:txBody>
      </p:sp>
      <p:sp>
        <p:nvSpPr>
          <p:cNvPr id="486" name="TextBox 485">
            <a:extLst>
              <a:ext uri="{FF2B5EF4-FFF2-40B4-BE49-F238E27FC236}">
                <a16:creationId xmlns:a16="http://schemas.microsoft.com/office/drawing/2014/main" id="{CDEE3BFE-ACAA-0A7D-856F-53D9F1B43308}"/>
              </a:ext>
            </a:extLst>
          </p:cNvPr>
          <p:cNvSpPr txBox="1"/>
          <p:nvPr/>
        </p:nvSpPr>
        <p:spPr>
          <a:xfrm>
            <a:off x="4495800" y="6270625"/>
            <a:ext cx="1606550" cy="307777"/>
          </a:xfrm>
          <a:prstGeom prst="rect">
            <a:avLst/>
          </a:prstGeom>
          <a:noFill/>
        </p:spPr>
        <p:txBody>
          <a:bodyPr wrap="square" rtlCol="0">
            <a:spAutoFit/>
          </a:bodyPr>
          <a:lstStyle/>
          <a:p>
            <a:pPr>
              <a:spcBef>
                <a:spcPts val="600"/>
              </a:spcBef>
            </a:pPr>
            <a:r>
              <a:rPr lang="en-US" sz="700" dirty="0"/>
              <a:t>Growth trends for Enterprise and Service provider BB</a:t>
            </a:r>
          </a:p>
        </p:txBody>
      </p:sp>
    </p:spTree>
    <p:extLst>
      <p:ext uri="{BB962C8B-B14F-4D97-AF65-F5344CB8AC3E}">
        <p14:creationId xmlns:p14="http://schemas.microsoft.com/office/powerpoint/2010/main" val="212210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8C6F3F-F9EA-CAF2-71EC-F3B1FEFF0C95}"/>
              </a:ext>
            </a:extLst>
          </p:cNvPr>
          <p:cNvSpPr/>
          <p:nvPr/>
        </p:nvSpPr>
        <p:spPr>
          <a:xfrm>
            <a:off x="0" y="6552366"/>
            <a:ext cx="12192000" cy="184666"/>
          </a:xfrm>
          <a:prstGeom prst="rect">
            <a:avLst/>
          </a:prstGeom>
          <a:solidFill>
            <a:srgbClr val="91B6E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p>
        </p:txBody>
      </p:sp>
      <p:sp>
        <p:nvSpPr>
          <p:cNvPr id="2" name="Slide Number Placeholder 1">
            <a:extLst>
              <a:ext uri="{FF2B5EF4-FFF2-40B4-BE49-F238E27FC236}">
                <a16:creationId xmlns:a16="http://schemas.microsoft.com/office/drawing/2014/main" id="{E89C03E1-8CFC-D3ED-43CF-96E0D346A72E}"/>
              </a:ext>
            </a:extLst>
          </p:cNvPr>
          <p:cNvSpPr>
            <a:spLocks noGrp="1"/>
          </p:cNvSpPr>
          <p:nvPr>
            <p:ph type="sldNum" sz="quarter" idx="4"/>
          </p:nvPr>
        </p:nvSpPr>
        <p:spPr/>
        <p:txBody>
          <a:bodyPr/>
          <a:lstStyle/>
          <a:p>
            <a:pPr>
              <a:defRPr/>
            </a:pPr>
            <a:r>
              <a:rPr lang="en-US" dirty="0">
                <a:solidFill>
                  <a:schemeClr val="bg1"/>
                </a:solidFill>
                <a:latin typeface="Aptos" panose="020B0004020202020204" pitchFamily="34" charset="0"/>
              </a:rPr>
              <a:t>2</a:t>
            </a:r>
          </a:p>
        </p:txBody>
      </p:sp>
      <p:sp>
        <p:nvSpPr>
          <p:cNvPr id="42" name="Rectangle 41">
            <a:extLst>
              <a:ext uri="{FF2B5EF4-FFF2-40B4-BE49-F238E27FC236}">
                <a16:creationId xmlns:a16="http://schemas.microsoft.com/office/drawing/2014/main" id="{35D24A3E-F8B8-B06D-894A-DFDDAE76A5AD}"/>
              </a:ext>
            </a:extLst>
          </p:cNvPr>
          <p:cNvSpPr/>
          <p:nvPr/>
        </p:nvSpPr>
        <p:spPr>
          <a:xfrm>
            <a:off x="5135880" y="6552366"/>
            <a:ext cx="1920240" cy="18466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000" b="0" dirty="0">
                <a:solidFill>
                  <a:schemeClr val="bg1"/>
                </a:solidFill>
                <a:latin typeface="Aptos" panose="020B0004020202020204" pitchFamily="34" charset="0"/>
              </a:rPr>
              <a:t>Confidential &amp; Proprietary</a:t>
            </a:r>
          </a:p>
        </p:txBody>
      </p:sp>
      <p:sp>
        <p:nvSpPr>
          <p:cNvPr id="59" name="TextBox 58">
            <a:extLst>
              <a:ext uri="{FF2B5EF4-FFF2-40B4-BE49-F238E27FC236}">
                <a16:creationId xmlns:a16="http://schemas.microsoft.com/office/drawing/2014/main" id="{7830E6BF-AC6F-CA1A-C750-75B202626F5B}"/>
              </a:ext>
            </a:extLst>
          </p:cNvPr>
          <p:cNvSpPr txBox="1"/>
          <p:nvPr/>
        </p:nvSpPr>
        <p:spPr>
          <a:xfrm>
            <a:off x="921561" y="313264"/>
            <a:ext cx="10441764" cy="492443"/>
          </a:xfrm>
          <a:prstGeom prst="rect">
            <a:avLst/>
          </a:prstGeom>
          <a:noFill/>
        </p:spPr>
        <p:txBody>
          <a:bodyPr wrap="square" rtlCol="0">
            <a:spAutoFit/>
          </a:bodyPr>
          <a:lstStyle>
            <a:defPPr>
              <a:defRPr lang="en-US"/>
            </a:defPPr>
            <a:lvl1pPr algn="l">
              <a:spcBef>
                <a:spcPts val="600"/>
              </a:spcBef>
              <a:defRPr sz="2300">
                <a:solidFill>
                  <a:schemeClr val="bg1"/>
                </a:solidFill>
                <a:latin typeface="Halyard Display Book"/>
                <a:ea typeface="Ebrima" panose="02000000000000000000" pitchFamily="2" charset="0"/>
                <a:cs typeface="Ebrima" panose="02000000000000000000" pitchFamily="2" charset="0"/>
              </a:defRPr>
            </a:lvl1pPr>
          </a:lstStyle>
          <a:p>
            <a:r>
              <a:rPr lang="en-US" sz="2600" dirty="0">
                <a:latin typeface="Bierstadt" panose="020B0004020202020204" pitchFamily="34" charset="0"/>
              </a:rPr>
              <a:t>Sources</a:t>
            </a:r>
          </a:p>
        </p:txBody>
      </p:sp>
      <p:sp>
        <p:nvSpPr>
          <p:cNvPr id="22" name="Rectangle 21">
            <a:extLst>
              <a:ext uri="{FF2B5EF4-FFF2-40B4-BE49-F238E27FC236}">
                <a16:creationId xmlns:a16="http://schemas.microsoft.com/office/drawing/2014/main" id="{69694635-2E97-2409-5A29-F6ACA19CDCBB}"/>
              </a:ext>
            </a:extLst>
          </p:cNvPr>
          <p:cNvSpPr/>
          <p:nvPr/>
        </p:nvSpPr>
        <p:spPr>
          <a:xfrm>
            <a:off x="2466974" y="952500"/>
            <a:ext cx="8896351" cy="146685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solidFill>
                <a:srgbClr val="1F3C61"/>
              </a:solidFill>
            </a:endParaRPr>
          </a:p>
        </p:txBody>
      </p:sp>
      <p:sp>
        <p:nvSpPr>
          <p:cNvPr id="26" name="Rectangle 25">
            <a:extLst>
              <a:ext uri="{FF2B5EF4-FFF2-40B4-BE49-F238E27FC236}">
                <a16:creationId xmlns:a16="http://schemas.microsoft.com/office/drawing/2014/main" id="{5515430C-67D4-694E-8790-C7A7A67B6AA9}"/>
              </a:ext>
            </a:extLst>
          </p:cNvPr>
          <p:cNvSpPr/>
          <p:nvPr/>
        </p:nvSpPr>
        <p:spPr>
          <a:xfrm>
            <a:off x="2466974" y="4276632"/>
            <a:ext cx="8896351" cy="146685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dirty="0">
              <a:solidFill>
                <a:srgbClr val="1F3C61"/>
              </a:solidFill>
            </a:endParaRPr>
          </a:p>
        </p:txBody>
      </p:sp>
      <p:sp>
        <p:nvSpPr>
          <p:cNvPr id="7" name="Rectangle 6">
            <a:extLst>
              <a:ext uri="{FF2B5EF4-FFF2-40B4-BE49-F238E27FC236}">
                <a16:creationId xmlns:a16="http://schemas.microsoft.com/office/drawing/2014/main" id="{7999A74D-9ED6-BE55-1D88-EDB22DC9AC07}"/>
              </a:ext>
            </a:extLst>
          </p:cNvPr>
          <p:cNvSpPr/>
          <p:nvPr/>
        </p:nvSpPr>
        <p:spPr>
          <a:xfrm>
            <a:off x="438150" y="893586"/>
            <a:ext cx="11496677" cy="5539185"/>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182880" rtlCol="0" anchor="t"/>
          <a:lstStyle/>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hlinkClick r:id="rId3"/>
              </a:rPr>
              <a:t>[1] https://www.law.cornell.edu/uscode/text/47/1704#a_1</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[2] </a:t>
            </a:r>
            <a:r>
              <a:rPr lang="en-US" sz="1200" b="0" dirty="0">
                <a:solidFill>
                  <a:srgbClr val="1F3C61"/>
                </a:solidFill>
                <a:latin typeface="Aptos" panose="020B0004020202020204" pitchFamily="34" charset="0"/>
                <a:cs typeface="Times New Roman" panose="02020603050405020304" pitchFamily="18" charset="0"/>
                <a:hlinkClick r:id="rId4"/>
              </a:rPr>
              <a:t>https://www.vcti.io/blog/broadband-for-all-remains-on-center-stage-five-predictions-for-2024</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[3] </a:t>
            </a:r>
            <a:r>
              <a:rPr lang="en-US" sz="1200" b="0" dirty="0">
                <a:solidFill>
                  <a:srgbClr val="1F3C61"/>
                </a:solidFill>
                <a:latin typeface="Aptos" panose="020B0004020202020204" pitchFamily="34" charset="0"/>
                <a:cs typeface="Times New Roman" panose="02020603050405020304" pitchFamily="18" charset="0"/>
                <a:hlinkClick r:id="rId5"/>
              </a:rPr>
              <a:t>https://www.telecomramblings.com/2024/01/charting-the-fiber-frontier-trends-challenges-and-opportunities-for-2024-and-beyond/</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[4] </a:t>
            </a:r>
            <a:r>
              <a:rPr lang="en-US" sz="1200" b="0" dirty="0">
                <a:solidFill>
                  <a:srgbClr val="1F3C61"/>
                </a:solidFill>
                <a:latin typeface="Aptos" panose="020B0004020202020204" pitchFamily="34" charset="0"/>
                <a:cs typeface="Times New Roman" panose="02020603050405020304" pitchFamily="18" charset="0"/>
                <a:hlinkClick r:id="rId6"/>
              </a:rPr>
              <a:t>https://www.brookings.edu/research/the-importance-of-broadband-access-in-the-modern-economy/</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[5] </a:t>
            </a:r>
            <a:r>
              <a:rPr lang="en-US" sz="1200" b="0" dirty="0">
                <a:solidFill>
                  <a:srgbClr val="1F3C61"/>
                </a:solidFill>
                <a:latin typeface="Aptos" panose="020B0004020202020204" pitchFamily="34" charset="0"/>
                <a:cs typeface="Times New Roman" panose="02020603050405020304" pitchFamily="18" charset="0"/>
                <a:hlinkClick r:id="rId7"/>
              </a:rPr>
              <a:t>https://www.fcc.gov/general/universal-service</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[6] </a:t>
            </a:r>
            <a:r>
              <a:rPr lang="en-US" sz="1200" b="0" dirty="0">
                <a:solidFill>
                  <a:srgbClr val="1F3C61"/>
                </a:solidFill>
                <a:latin typeface="Aptos" panose="020B0004020202020204" pitchFamily="34" charset="0"/>
                <a:cs typeface="Times New Roman" panose="02020603050405020304" pitchFamily="18" charset="0"/>
                <a:hlinkClick r:id="rId8"/>
              </a:rPr>
              <a:t>https://ir.charter.com/news-releases/news-release-details/comcast-and-charter-reach-agreement-divestitures</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[7] </a:t>
            </a:r>
            <a:r>
              <a:rPr lang="en-US" sz="1200" b="0" dirty="0">
                <a:solidFill>
                  <a:srgbClr val="1F3C61"/>
                </a:solidFill>
                <a:latin typeface="Aptos" panose="020B0004020202020204" pitchFamily="34" charset="0"/>
                <a:cs typeface="Times New Roman" panose="02020603050405020304" pitchFamily="18" charset="0"/>
                <a:hlinkClick r:id="rId9"/>
              </a:rPr>
              <a:t>https://www.cnbc.com/2023/12/01/amazon-buys-spacex-rocket-launches-for-kuiper-satellite-internet-project.html</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[8] </a:t>
            </a:r>
            <a:r>
              <a:rPr lang="en-US" sz="1200" b="0" dirty="0">
                <a:solidFill>
                  <a:srgbClr val="1F3C61"/>
                </a:solidFill>
                <a:latin typeface="Aptos" panose="020B0004020202020204" pitchFamily="34" charset="0"/>
                <a:cs typeface="Times New Roman" panose="02020603050405020304" pitchFamily="18" charset="0"/>
                <a:hlinkClick r:id="rId10"/>
              </a:rPr>
              <a:t>https://cradlepoint.com/ericsson/</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[9] </a:t>
            </a:r>
            <a:r>
              <a:rPr lang="en-US" sz="1200" b="0" dirty="0">
                <a:solidFill>
                  <a:srgbClr val="1F3C61"/>
                </a:solidFill>
                <a:latin typeface="Aptos" panose="020B0004020202020204" pitchFamily="34" charset="0"/>
                <a:cs typeface="Times New Roman" panose="02020603050405020304" pitchFamily="18" charset="0"/>
                <a:hlinkClick r:id="rId11"/>
              </a:rPr>
              <a:t>https://www.ericsson.com/en/press-releases/2022/7/ericsson-completes-acquisition-of-vonage</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r>
              <a:rPr lang="en-US" sz="1200" b="0" dirty="0">
                <a:solidFill>
                  <a:srgbClr val="1F3C61"/>
                </a:solidFill>
                <a:latin typeface="Aptos" panose="020B0004020202020204" pitchFamily="34" charset="0"/>
                <a:cs typeface="Times New Roman" panose="02020603050405020304" pitchFamily="18" charset="0"/>
              </a:rPr>
              <a:t>[10] </a:t>
            </a:r>
            <a:r>
              <a:rPr lang="en-US" sz="1200" b="0" dirty="0">
                <a:solidFill>
                  <a:srgbClr val="1F3C61"/>
                </a:solidFill>
                <a:latin typeface="Aptos" panose="020B0004020202020204" pitchFamily="34" charset="0"/>
                <a:cs typeface="Times New Roman" panose="02020603050405020304" pitchFamily="18" charset="0"/>
                <a:hlinkClick r:id="rId12"/>
              </a:rPr>
              <a:t>https://blogs.worldbank.org/en/opendata/toward-bridging-data-divide</a:t>
            </a: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endParaRPr lang="en-US" sz="1200" b="0" dirty="0">
              <a:solidFill>
                <a:srgbClr val="1F3C61"/>
              </a:solidFill>
              <a:latin typeface="Aptos" panose="020B0004020202020204" pitchFamily="34" charset="0"/>
              <a:cs typeface="Times New Roman" panose="02020603050405020304" pitchFamily="18" charset="0"/>
            </a:endParaRPr>
          </a:p>
          <a:p>
            <a:pPr algn="just">
              <a:spcBef>
                <a:spcPts val="0"/>
              </a:spcBef>
              <a:spcAft>
                <a:spcPts val="600"/>
              </a:spcAft>
            </a:pPr>
            <a:endParaRPr lang="en-US" sz="1200" b="0" dirty="0">
              <a:solidFill>
                <a:srgbClr val="1F3C61"/>
              </a:solidFill>
              <a:latin typeface="Aptos" panose="020B0004020202020204" pitchFamily="34" charset="0"/>
              <a:cs typeface="Times New Roman" panose="02020603050405020304" pitchFamily="18" charset="0"/>
            </a:endParaRPr>
          </a:p>
          <a:p>
            <a:pPr marL="628650" lvl="1" indent="-171450" algn="just">
              <a:spcBef>
                <a:spcPts val="0"/>
              </a:spcBef>
              <a:spcAft>
                <a:spcPts val="600"/>
              </a:spcAft>
              <a:buFont typeface="Courier New" panose="02070309020205020404" pitchFamily="49" charset="0"/>
              <a:buChar char="o"/>
            </a:pPr>
            <a:endParaRPr lang="en-US" sz="1200" b="0" dirty="0">
              <a:solidFill>
                <a:srgbClr val="1F3C61"/>
              </a:solidFill>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209238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THINKCELLPRESENTATIONDONOTDELETE" val="&lt;?xml version=&quot;1.0&quot; encoding=&quot;UTF-16&quot; standalone=&quot;yes&quot;?&gt;&lt;root reqver=&quot;28224&quot;&gt;&lt;version val=&quot;3557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DG8SF969ssbVdH.ExmgmA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GucS2L9fcwyM6uByfokNy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9Z9Hp4bYgO1_itKjMYgnQ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LMYSXMfCg5_6cm33zqdX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TIF3jVM6LYj5ypMoFcjmx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fKohsLidI4RYDzZ.cuYL_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RHiC.XGo_rP9qIEuKOtDj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r_jEa7OnZCEX608txmfSr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Z3sY7PBchxLAiio7lPYct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pdzI4BACj7l3JrtjV9Mqr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Q29vi_0MfKd4hrWw2e2qg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LXFUUzbw8nZbx2a8n2Tgx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PjRyWMCcEqOJBS49lyTGx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HExpdePGz6eHifyPH051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R2FGcKzRq1EHjFQPSGAGq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jfrzl6mCCOM4.AU9GVvvX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A233Gfeg1f78w37LBeb6B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qhRHRHJ8MB66XMD_Vp0aw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3KJf8dTKcE00cwBf5G4B1g"/>
</p:tagLst>
</file>

<file path=ppt/theme/theme1.xml><?xml version="1.0" encoding="utf-8"?>
<a:theme xmlns:a="http://schemas.openxmlformats.org/drawingml/2006/main" name="Deloitte Timesaver US07 3May1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_Main Master - Deloitte Report (print) US03 Feb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lIns="45720" tIns="45720" rIns="45720" rtlCol="0" anchor="ctr"/>
      <a:lstStyle>
        <a:defPPr algn="ctr">
          <a:defRPr sz="1800" b="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ts val="600"/>
          </a:spcBef>
          <a:defRPr sz="1800"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958A30CEBC70F4FB947C1852E704A4B" ma:contentTypeVersion="14" ma:contentTypeDescription="Create a new document." ma:contentTypeScope="" ma:versionID="9d78490882b1a8d9a2ff2bdf3ddfb745">
  <xsd:schema xmlns:xsd="http://www.w3.org/2001/XMLSchema" xmlns:xs="http://www.w3.org/2001/XMLSchema" xmlns:p="http://schemas.microsoft.com/office/2006/metadata/properties" xmlns:ns3="84eb2080-c1af-43b1-b522-5a8efb1d2000" xmlns:ns4="b9b80cfe-2e4a-434e-9c1c-ca22bc9bc2a3" targetNamespace="http://schemas.microsoft.com/office/2006/metadata/properties" ma:root="true" ma:fieldsID="486e042a09b2d7bac37a63b227d495a1" ns3:_="" ns4:_="">
    <xsd:import namespace="84eb2080-c1af-43b1-b522-5a8efb1d2000"/>
    <xsd:import namespace="b9b80cfe-2e4a-434e-9c1c-ca22bc9bc2a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OCR"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eb2080-c1af-43b1-b522-5a8efb1d200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b80cfe-2e4a-434e-9c1c-ca22bc9bc2a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901483-2822-4886-8B71-005EDF0F90C8}">
  <ds:schemaRefs>
    <ds:schemaRef ds:uri="http://purl.org/dc/elements/1.1/"/>
    <ds:schemaRef ds:uri="84eb2080-c1af-43b1-b522-5a8efb1d2000"/>
    <ds:schemaRef ds:uri="http://purl.org/dc/terms/"/>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b9b80cfe-2e4a-434e-9c1c-ca22bc9bc2a3"/>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2C40401E-ED84-41FA-8CC9-8AF0C6B4F402}">
  <ds:schemaRefs>
    <ds:schemaRef ds:uri="84eb2080-c1af-43b1-b522-5a8efb1d2000"/>
    <ds:schemaRef ds:uri="b9b80cfe-2e4a-434e-9c1c-ca22bc9bc2a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776BEA7-2677-4D53-8C91-0441EF1755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37368</TotalTime>
  <Words>974</Words>
  <Application>Microsoft Office PowerPoint</Application>
  <PresentationFormat>Widescreen</PresentationFormat>
  <Paragraphs>97</Paragraphs>
  <Slides>2</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2" baseType="lpstr">
      <vt:lpstr>Aptos</vt:lpstr>
      <vt:lpstr>Aptos Display</vt:lpstr>
      <vt:lpstr>Arial</vt:lpstr>
      <vt:lpstr>Arial Nova</vt:lpstr>
      <vt:lpstr>Bierstadt</vt:lpstr>
      <vt:lpstr>Courier New</vt:lpstr>
      <vt:lpstr>Halyard Display Book</vt:lpstr>
      <vt:lpstr>Wingdings</vt:lpstr>
      <vt:lpstr>Deloitte Timesaver US07 3May11</vt:lpstr>
      <vt:lpstr>think-cell Slide</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Nicholas Mireles</dc:creator>
  <cp:lastModifiedBy>Srinadhuni, Siddhartha</cp:lastModifiedBy>
  <cp:revision>976</cp:revision>
  <cp:lastPrinted>2023-10-30T02:01:16Z</cp:lastPrinted>
  <dcterms:created xsi:type="dcterms:W3CDTF">2012-10-10T14:57:59Z</dcterms:created>
  <dcterms:modified xsi:type="dcterms:W3CDTF">2026-01-01T17:31:31Z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0x010100A958A30CEBC70F4FB947C1852E704A4B</vt:lpwstr>
  </property>
</Properties>
</file>